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 id="2147483830" r:id="rId5"/>
  </p:sldMasterIdLst>
  <p:notesMasterIdLst>
    <p:notesMasterId r:id="rId23"/>
  </p:notesMasterIdLst>
  <p:handoutMasterIdLst>
    <p:handoutMasterId r:id="rId24"/>
  </p:handoutMasterIdLst>
  <p:sldIdLst>
    <p:sldId id="2113417359" r:id="rId6"/>
    <p:sldId id="2147474692" r:id="rId7"/>
    <p:sldId id="2147474695" r:id="rId8"/>
    <p:sldId id="2147474698" r:id="rId9"/>
    <p:sldId id="2147474707" r:id="rId10"/>
    <p:sldId id="2147474693" r:id="rId11"/>
    <p:sldId id="2113416466" r:id="rId12"/>
    <p:sldId id="2147474694" r:id="rId13"/>
    <p:sldId id="2147474700" r:id="rId14"/>
    <p:sldId id="2681" r:id="rId15"/>
    <p:sldId id="2147474701" r:id="rId16"/>
    <p:sldId id="2147474702" r:id="rId17"/>
    <p:sldId id="2147474703" r:id="rId18"/>
    <p:sldId id="2147474704" r:id="rId19"/>
    <p:sldId id="2147474705" r:id="rId20"/>
    <p:sldId id="2147474706" r:id="rId21"/>
    <p:sldId id="282" r:id="rId22"/>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111111"/>
    <a:srgbClr val="D1FFFB"/>
    <a:srgbClr val="003482"/>
    <a:srgbClr val="D8EBF9"/>
    <a:srgbClr val="005AC8"/>
    <a:srgbClr val="64005A"/>
    <a:srgbClr val="9E0000"/>
    <a:srgbClr val="BB5CB4"/>
    <a:srgbClr val="F6D7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autoAdjust="0"/>
    <p:restoredTop sz="71156" autoAdjust="0"/>
  </p:normalViewPr>
  <p:slideViewPr>
    <p:cSldViewPr snapToGrid="0" showGuides="1">
      <p:cViewPr varScale="1">
        <p:scale>
          <a:sx n="89" d="100"/>
          <a:sy n="89" d="100"/>
        </p:scale>
        <p:origin x="2344" y="168"/>
      </p:cViewPr>
      <p:guideLst/>
    </p:cSldViewPr>
  </p:slideViewPr>
  <p:outlineViewPr>
    <p:cViewPr>
      <p:scale>
        <a:sx n="33" d="100"/>
        <a:sy n="33" d="100"/>
      </p:scale>
      <p:origin x="0" y="-199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0" d="100"/>
          <a:sy n="80" d="100"/>
        </p:scale>
        <p:origin x="391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hyperlink" Target="https://pixabay.com/es/vectors/compras-editar-dinero-precio-1724299/" TargetMode="External"/><Relationship Id="rId2" Type="http://schemas.openxmlformats.org/officeDocument/2006/relationships/image" Target="../media/image24.png"/><Relationship Id="rId1" Type="http://schemas.openxmlformats.org/officeDocument/2006/relationships/image" Target="../media/image23.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hyperlink" Target="https://pixabay.com/es/vectors/compras-editar-dinero-precio-1724299/" TargetMode="External"/><Relationship Id="rId2" Type="http://schemas.openxmlformats.org/officeDocument/2006/relationships/image" Target="../media/image24.png"/><Relationship Id="rId1" Type="http://schemas.openxmlformats.org/officeDocument/2006/relationships/image" Target="../media/image23.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9FC9DF-5766-FC45-A464-48BBD94B6D91}" type="doc">
      <dgm:prSet loTypeId="urn:microsoft.com/office/officeart/2005/8/layout/hList7" loCatId="" qsTypeId="urn:microsoft.com/office/officeart/2005/8/quickstyle/simple2" qsCatId="simple" csTypeId="urn:microsoft.com/office/officeart/2005/8/colors/accent0_2" csCatId="mainScheme" phldr="1"/>
      <dgm:spPr/>
      <dgm:t>
        <a:bodyPr/>
        <a:lstStyle/>
        <a:p>
          <a:endParaRPr lang="en-GB"/>
        </a:p>
      </dgm:t>
    </dgm:pt>
    <dgm:pt modelId="{F1914F82-0FF0-C54C-B039-0EA048221727}">
      <dgm:prSet phldrT="[Text]"/>
      <dgm:spPr/>
      <dgm:t>
        <a:bodyPr/>
        <a:lstStyle/>
        <a:p>
          <a:r>
            <a:rPr lang="en-GB" b="1"/>
            <a:t>Multi-Account Structure</a:t>
          </a:r>
          <a:endParaRPr lang="en-GB" b="1" dirty="0"/>
        </a:p>
      </dgm:t>
    </dgm:pt>
    <dgm:pt modelId="{8EA7F89F-1C4D-E244-98D1-B14C50B9F4DD}" type="parTrans" cxnId="{7714813D-0121-D84C-9B78-4EAB3931E711}">
      <dgm:prSet/>
      <dgm:spPr/>
      <dgm:t>
        <a:bodyPr/>
        <a:lstStyle/>
        <a:p>
          <a:endParaRPr lang="en-GB"/>
        </a:p>
      </dgm:t>
    </dgm:pt>
    <dgm:pt modelId="{35A192B3-C1DC-384D-AE92-6206F7915D44}" type="sibTrans" cxnId="{7714813D-0121-D84C-9B78-4EAB3931E711}">
      <dgm:prSet/>
      <dgm:spPr/>
      <dgm:t>
        <a:bodyPr/>
        <a:lstStyle/>
        <a:p>
          <a:endParaRPr lang="en-GB"/>
        </a:p>
      </dgm:t>
    </dgm:pt>
    <dgm:pt modelId="{8FEAD742-D663-3C4F-ACF0-2FC6DE239AFE}">
      <dgm:prSet phldrT="[Text]"/>
      <dgm:spPr/>
      <dgm:t>
        <a:bodyPr/>
        <a:lstStyle/>
        <a:p>
          <a:r>
            <a:rPr lang="en-GB" b="1"/>
            <a:t>Identity &amp; Access Management</a:t>
          </a:r>
          <a:endParaRPr lang="en-GB" b="1" dirty="0"/>
        </a:p>
      </dgm:t>
    </dgm:pt>
    <dgm:pt modelId="{C64CF1C4-EC9A-5343-AD1D-27ECAB191E86}" type="parTrans" cxnId="{AB0BD000-17BB-7B4E-B1D2-BB498D3A6C82}">
      <dgm:prSet/>
      <dgm:spPr/>
      <dgm:t>
        <a:bodyPr/>
        <a:lstStyle/>
        <a:p>
          <a:endParaRPr lang="en-GB"/>
        </a:p>
      </dgm:t>
    </dgm:pt>
    <dgm:pt modelId="{4CBAB6D6-FBFD-4645-91B0-4704D6612F4E}" type="sibTrans" cxnId="{AB0BD000-17BB-7B4E-B1D2-BB498D3A6C82}">
      <dgm:prSet/>
      <dgm:spPr/>
      <dgm:t>
        <a:bodyPr/>
        <a:lstStyle/>
        <a:p>
          <a:endParaRPr lang="en-GB"/>
        </a:p>
      </dgm:t>
    </dgm:pt>
    <dgm:pt modelId="{872D2AED-FB4F-F34B-8C9B-6031B9CC64D3}">
      <dgm:prSet phldrT="[Text]"/>
      <dgm:spPr/>
      <dgm:t>
        <a:bodyPr/>
        <a:lstStyle/>
        <a:p>
          <a:r>
            <a:rPr lang="en-GB" b="1"/>
            <a:t>Networking and Connectivity</a:t>
          </a:r>
          <a:endParaRPr lang="en-GB" b="1" dirty="0"/>
        </a:p>
      </dgm:t>
    </dgm:pt>
    <dgm:pt modelId="{6AD0F419-E6D9-FD45-AF08-42E17EA06F31}" type="parTrans" cxnId="{51CDE5A9-318D-BE46-9B1B-E77D362CF588}">
      <dgm:prSet/>
      <dgm:spPr/>
      <dgm:t>
        <a:bodyPr/>
        <a:lstStyle/>
        <a:p>
          <a:endParaRPr lang="en-GB"/>
        </a:p>
      </dgm:t>
    </dgm:pt>
    <dgm:pt modelId="{0E1E3B1B-56EA-2649-8621-E2FE4175170F}" type="sibTrans" cxnId="{51CDE5A9-318D-BE46-9B1B-E77D362CF588}">
      <dgm:prSet/>
      <dgm:spPr/>
      <dgm:t>
        <a:bodyPr/>
        <a:lstStyle/>
        <a:p>
          <a:endParaRPr lang="en-GB"/>
        </a:p>
      </dgm:t>
    </dgm:pt>
    <dgm:pt modelId="{B1B1BEF3-C6B0-0F4B-BC89-2EC6B5BEC0F2}">
      <dgm:prSet/>
      <dgm:spPr/>
      <dgm:t>
        <a:bodyPr/>
        <a:lstStyle/>
        <a:p>
          <a:r>
            <a:rPr lang="en-GB" b="1"/>
            <a:t>Cloud Governance</a:t>
          </a:r>
          <a:endParaRPr lang="en-GB" b="1" dirty="0"/>
        </a:p>
      </dgm:t>
    </dgm:pt>
    <dgm:pt modelId="{46D7E54D-47AB-FA40-9AD3-51A555C82F39}" type="parTrans" cxnId="{924BD6DD-8B9E-E649-B4F8-CE23375F239D}">
      <dgm:prSet/>
      <dgm:spPr/>
      <dgm:t>
        <a:bodyPr/>
        <a:lstStyle/>
        <a:p>
          <a:endParaRPr lang="en-GB"/>
        </a:p>
      </dgm:t>
    </dgm:pt>
    <dgm:pt modelId="{E601B65E-DA49-2B4D-8404-04899DCF6B88}" type="sibTrans" cxnId="{924BD6DD-8B9E-E649-B4F8-CE23375F239D}">
      <dgm:prSet/>
      <dgm:spPr/>
      <dgm:t>
        <a:bodyPr/>
        <a:lstStyle/>
        <a:p>
          <a:endParaRPr lang="en-GB"/>
        </a:p>
      </dgm:t>
    </dgm:pt>
    <dgm:pt modelId="{AA0ED848-09DB-FB47-804B-C43C2F533AE6}">
      <dgm:prSet/>
      <dgm:spPr/>
      <dgm:t>
        <a:bodyPr/>
        <a:lstStyle/>
        <a:p>
          <a:r>
            <a:rPr lang="en-GB" b="1"/>
            <a:t>Logging &amp; Monitoring</a:t>
          </a:r>
          <a:endParaRPr lang="en-GB" b="1" dirty="0"/>
        </a:p>
      </dgm:t>
    </dgm:pt>
    <dgm:pt modelId="{9C5C432E-775E-0447-946B-516820213C5B}" type="parTrans" cxnId="{96CA96DE-11D0-4248-ADF9-74EB74BFEAA5}">
      <dgm:prSet/>
      <dgm:spPr/>
      <dgm:t>
        <a:bodyPr/>
        <a:lstStyle/>
        <a:p>
          <a:endParaRPr lang="en-GB"/>
        </a:p>
      </dgm:t>
    </dgm:pt>
    <dgm:pt modelId="{2EFECAE4-4E4A-F44E-B5AB-8CE3E3DFCA5A}" type="sibTrans" cxnId="{96CA96DE-11D0-4248-ADF9-74EB74BFEAA5}">
      <dgm:prSet/>
      <dgm:spPr/>
      <dgm:t>
        <a:bodyPr/>
        <a:lstStyle/>
        <a:p>
          <a:endParaRPr lang="en-GB"/>
        </a:p>
      </dgm:t>
    </dgm:pt>
    <dgm:pt modelId="{FEEC6AA6-EED4-C94A-B8B6-74CF492E33C5}">
      <dgm:prSet/>
      <dgm:spPr/>
      <dgm:t>
        <a:bodyPr/>
        <a:lstStyle/>
        <a:p>
          <a:r>
            <a:rPr lang="en-GB" b="1"/>
            <a:t>Cost Control</a:t>
          </a:r>
          <a:endParaRPr lang="en-GB" b="1" dirty="0"/>
        </a:p>
      </dgm:t>
    </dgm:pt>
    <dgm:pt modelId="{2E854A78-424B-5841-8150-E7ED7797A7C1}" type="sibTrans" cxnId="{76B814A0-6161-8049-B416-95CD29A7FC31}">
      <dgm:prSet/>
      <dgm:spPr/>
      <dgm:t>
        <a:bodyPr/>
        <a:lstStyle/>
        <a:p>
          <a:endParaRPr lang="en-GB"/>
        </a:p>
      </dgm:t>
    </dgm:pt>
    <dgm:pt modelId="{4141EEC3-40B5-F24A-B978-415E29F73FAD}" type="parTrans" cxnId="{76B814A0-6161-8049-B416-95CD29A7FC31}">
      <dgm:prSet/>
      <dgm:spPr/>
      <dgm:t>
        <a:bodyPr/>
        <a:lstStyle/>
        <a:p>
          <a:endParaRPr lang="en-GB"/>
        </a:p>
      </dgm:t>
    </dgm:pt>
    <dgm:pt modelId="{B7637C73-97B6-874A-8D62-923DD93D46C4}">
      <dgm:prSet/>
      <dgm:spPr/>
      <dgm:t>
        <a:bodyPr/>
        <a:lstStyle/>
        <a:p>
          <a:r>
            <a:rPr lang="en-GB" b="1"/>
            <a:t>Provisioning and Automation</a:t>
          </a:r>
          <a:endParaRPr lang="en-GB" b="1" dirty="0"/>
        </a:p>
      </dgm:t>
    </dgm:pt>
    <dgm:pt modelId="{E23891CA-76F3-D145-9816-933E4FAC1AE6}" type="parTrans" cxnId="{2AD61B40-8D26-2E4F-81C0-00B48EE45F06}">
      <dgm:prSet/>
      <dgm:spPr/>
      <dgm:t>
        <a:bodyPr/>
        <a:lstStyle/>
        <a:p>
          <a:endParaRPr lang="en-GB"/>
        </a:p>
      </dgm:t>
    </dgm:pt>
    <dgm:pt modelId="{BCFEBF0E-2CAB-DD48-98CC-58CF31634864}" type="sibTrans" cxnId="{2AD61B40-8D26-2E4F-81C0-00B48EE45F06}">
      <dgm:prSet/>
      <dgm:spPr/>
      <dgm:t>
        <a:bodyPr/>
        <a:lstStyle/>
        <a:p>
          <a:endParaRPr lang="en-GB"/>
        </a:p>
      </dgm:t>
    </dgm:pt>
    <dgm:pt modelId="{F52DE3CF-08EE-614D-8428-3D59301ED64E}" type="pres">
      <dgm:prSet presAssocID="{9E9FC9DF-5766-FC45-A464-48BBD94B6D91}" presName="Name0" presStyleCnt="0">
        <dgm:presLayoutVars>
          <dgm:dir/>
          <dgm:resizeHandles val="exact"/>
        </dgm:presLayoutVars>
      </dgm:prSet>
      <dgm:spPr/>
    </dgm:pt>
    <dgm:pt modelId="{FD9C4A91-9EA8-C745-B4B4-06120FD63694}" type="pres">
      <dgm:prSet presAssocID="{9E9FC9DF-5766-FC45-A464-48BBD94B6D91}" presName="fgShape" presStyleLbl="fgShp" presStyleIdx="0" presStyleCnt="1" custScaleY="153149" custLinFactNeighborX="1090" custLinFactNeighborY="9446"/>
      <dgm:spPr/>
    </dgm:pt>
    <dgm:pt modelId="{1BB50FB1-2253-9348-AA72-B5A27D1F4538}" type="pres">
      <dgm:prSet presAssocID="{9E9FC9DF-5766-FC45-A464-48BBD94B6D91}" presName="linComp" presStyleCnt="0"/>
      <dgm:spPr/>
    </dgm:pt>
    <dgm:pt modelId="{5E306FA9-2443-2E44-B7E3-AD82D873CF17}" type="pres">
      <dgm:prSet presAssocID="{F1914F82-0FF0-C54C-B039-0EA048221727}" presName="compNode" presStyleCnt="0"/>
      <dgm:spPr/>
    </dgm:pt>
    <dgm:pt modelId="{68AF98F3-600A-5A45-9A28-A01A953BA0F6}" type="pres">
      <dgm:prSet presAssocID="{F1914F82-0FF0-C54C-B039-0EA048221727}" presName="bkgdShape" presStyleLbl="node1" presStyleIdx="0" presStyleCnt="7"/>
      <dgm:spPr/>
    </dgm:pt>
    <dgm:pt modelId="{996EA844-3D44-DC43-AC27-56B153DC5C8B}" type="pres">
      <dgm:prSet presAssocID="{F1914F82-0FF0-C54C-B039-0EA048221727}" presName="nodeTx" presStyleLbl="node1" presStyleIdx="0" presStyleCnt="7">
        <dgm:presLayoutVars>
          <dgm:bulletEnabled val="1"/>
        </dgm:presLayoutVars>
      </dgm:prSet>
      <dgm:spPr/>
    </dgm:pt>
    <dgm:pt modelId="{70DE9911-E165-454E-B17F-8D96F993B028}" type="pres">
      <dgm:prSet presAssocID="{F1914F82-0FF0-C54C-B039-0EA048221727}" presName="invisiNode" presStyleLbl="node1" presStyleIdx="0" presStyleCnt="7"/>
      <dgm:spPr/>
    </dgm:pt>
    <dgm:pt modelId="{1F319324-ABF5-3746-8F0B-BCD9191EE22E}" type="pres">
      <dgm:prSet presAssocID="{F1914F82-0FF0-C54C-B039-0EA048221727}" presName="imagNode" presStyleLbl="fgImgPlace1" presStyleIdx="0" presStyleCnt="7" custScaleY="99869" custLinFactNeighborX="536" custLinFactNeighborY="258"/>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3107" t="-143" r="-3107" b="-11605"/>
          </a:stretch>
        </a:blipFill>
      </dgm:spPr>
    </dgm:pt>
    <dgm:pt modelId="{7DC76895-B68C-6141-93E1-ADBA46922C06}" type="pres">
      <dgm:prSet presAssocID="{35A192B3-C1DC-384D-AE92-6206F7915D44}" presName="sibTrans" presStyleLbl="sibTrans2D1" presStyleIdx="0" presStyleCnt="0"/>
      <dgm:spPr/>
    </dgm:pt>
    <dgm:pt modelId="{54B5E341-EEC3-0845-B690-71CBE564B993}" type="pres">
      <dgm:prSet presAssocID="{B1B1BEF3-C6B0-0F4B-BC89-2EC6B5BEC0F2}" presName="compNode" presStyleCnt="0"/>
      <dgm:spPr/>
    </dgm:pt>
    <dgm:pt modelId="{802BCCF7-E723-E444-94D9-9030F41CA999}" type="pres">
      <dgm:prSet presAssocID="{B1B1BEF3-C6B0-0F4B-BC89-2EC6B5BEC0F2}" presName="bkgdShape" presStyleLbl="node1" presStyleIdx="1" presStyleCnt="7" custLinFactNeighborX="-1500" custLinFactNeighborY="-2432"/>
      <dgm:spPr/>
    </dgm:pt>
    <dgm:pt modelId="{05FC7358-5C30-6144-9383-8E8A0F510A2A}" type="pres">
      <dgm:prSet presAssocID="{B1B1BEF3-C6B0-0F4B-BC89-2EC6B5BEC0F2}" presName="nodeTx" presStyleLbl="node1" presStyleIdx="1" presStyleCnt="7">
        <dgm:presLayoutVars>
          <dgm:bulletEnabled val="1"/>
        </dgm:presLayoutVars>
      </dgm:prSet>
      <dgm:spPr/>
    </dgm:pt>
    <dgm:pt modelId="{8C8048A5-383F-DE43-9B6A-A3681FEF0B5E}" type="pres">
      <dgm:prSet presAssocID="{B1B1BEF3-C6B0-0F4B-BC89-2EC6B5BEC0F2}" presName="invisiNode" presStyleLbl="node1" presStyleIdx="1" presStyleCnt="7"/>
      <dgm:spPr/>
    </dgm:pt>
    <dgm:pt modelId="{05AB1390-8DEB-854E-84A2-4DF50E8830EA}" type="pres">
      <dgm:prSet presAssocID="{B1B1BEF3-C6B0-0F4B-BC89-2EC6B5BEC0F2}" presName="imagNode" presStyleLbl="fgImgPlace1" presStyleIdx="1" presStyleCnt="7"/>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pt>
    <dgm:pt modelId="{33DC1382-B702-8F48-B66F-96E888A8F091}" type="pres">
      <dgm:prSet presAssocID="{E601B65E-DA49-2B4D-8404-04899DCF6B88}" presName="sibTrans" presStyleLbl="sibTrans2D1" presStyleIdx="0" presStyleCnt="0"/>
      <dgm:spPr/>
    </dgm:pt>
    <dgm:pt modelId="{6DA08FB4-5EB6-9E43-9E0A-F545F6975030}" type="pres">
      <dgm:prSet presAssocID="{8FEAD742-D663-3C4F-ACF0-2FC6DE239AFE}" presName="compNode" presStyleCnt="0"/>
      <dgm:spPr/>
    </dgm:pt>
    <dgm:pt modelId="{43ADE1C1-3DBC-F146-A6CE-4A56813562FA}" type="pres">
      <dgm:prSet presAssocID="{8FEAD742-D663-3C4F-ACF0-2FC6DE239AFE}" presName="bkgdShape" presStyleLbl="node1" presStyleIdx="2" presStyleCnt="7"/>
      <dgm:spPr/>
    </dgm:pt>
    <dgm:pt modelId="{B7AC3C1D-4408-F548-B9DC-2897376971D2}" type="pres">
      <dgm:prSet presAssocID="{8FEAD742-D663-3C4F-ACF0-2FC6DE239AFE}" presName="nodeTx" presStyleLbl="node1" presStyleIdx="2" presStyleCnt="7">
        <dgm:presLayoutVars>
          <dgm:bulletEnabled val="1"/>
        </dgm:presLayoutVars>
      </dgm:prSet>
      <dgm:spPr/>
    </dgm:pt>
    <dgm:pt modelId="{5B6759DF-027C-D645-9B84-D19767557D2C}" type="pres">
      <dgm:prSet presAssocID="{8FEAD742-D663-3C4F-ACF0-2FC6DE239AFE}" presName="invisiNode" presStyleLbl="node1" presStyleIdx="2" presStyleCnt="7"/>
      <dgm:spPr/>
    </dgm:pt>
    <dgm:pt modelId="{59A3F442-7B44-7044-A938-D26E6860C91A}" type="pres">
      <dgm:prSet presAssocID="{8FEAD742-D663-3C4F-ACF0-2FC6DE239AFE}" presName="imagNode" presStyleLbl="fgImgPlace1" presStyleIdx="2" presStyleCnt="7"/>
      <dgm:spPr>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dgm:spPr>
    </dgm:pt>
    <dgm:pt modelId="{536217DC-2953-4E41-A11D-DEC762453BBC}" type="pres">
      <dgm:prSet presAssocID="{4CBAB6D6-FBFD-4645-91B0-4704D6612F4E}" presName="sibTrans" presStyleLbl="sibTrans2D1" presStyleIdx="0" presStyleCnt="0"/>
      <dgm:spPr/>
    </dgm:pt>
    <dgm:pt modelId="{8DDF0331-DDC8-F44D-995E-46B8781BBE86}" type="pres">
      <dgm:prSet presAssocID="{872D2AED-FB4F-F34B-8C9B-6031B9CC64D3}" presName="compNode" presStyleCnt="0"/>
      <dgm:spPr/>
    </dgm:pt>
    <dgm:pt modelId="{67BBF2E1-2776-4744-AB79-4316DDF470CB}" type="pres">
      <dgm:prSet presAssocID="{872D2AED-FB4F-F34B-8C9B-6031B9CC64D3}" presName="bkgdShape" presStyleLbl="node1" presStyleIdx="3" presStyleCnt="7"/>
      <dgm:spPr/>
    </dgm:pt>
    <dgm:pt modelId="{FE660AFD-ADE5-EC4A-A687-D52887D037E6}" type="pres">
      <dgm:prSet presAssocID="{872D2AED-FB4F-F34B-8C9B-6031B9CC64D3}" presName="nodeTx" presStyleLbl="node1" presStyleIdx="3" presStyleCnt="7">
        <dgm:presLayoutVars>
          <dgm:bulletEnabled val="1"/>
        </dgm:presLayoutVars>
      </dgm:prSet>
      <dgm:spPr/>
    </dgm:pt>
    <dgm:pt modelId="{2558B9C7-AFF8-F743-9766-EC411FE05CDB}" type="pres">
      <dgm:prSet presAssocID="{872D2AED-FB4F-F34B-8C9B-6031B9CC64D3}" presName="invisiNode" presStyleLbl="node1" presStyleIdx="3" presStyleCnt="7"/>
      <dgm:spPr/>
    </dgm:pt>
    <dgm:pt modelId="{A0B49476-5B1A-7046-8334-D9BACEC6349E}" type="pres">
      <dgm:prSet presAssocID="{872D2AED-FB4F-F34B-8C9B-6031B9CC64D3}" presName="imagNode" presStyleLbl="fgImgPlace1" presStyleIdx="3" presStyleCnt="7"/>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pt>
    <dgm:pt modelId="{ED6F02E9-C845-CA49-8519-4C0F09C32850}" type="pres">
      <dgm:prSet presAssocID="{0E1E3B1B-56EA-2649-8621-E2FE4175170F}" presName="sibTrans" presStyleLbl="sibTrans2D1" presStyleIdx="0" presStyleCnt="0"/>
      <dgm:spPr/>
    </dgm:pt>
    <dgm:pt modelId="{B4786FC4-D04F-6547-A035-849AB90D2FC5}" type="pres">
      <dgm:prSet presAssocID="{AA0ED848-09DB-FB47-804B-C43C2F533AE6}" presName="compNode" presStyleCnt="0"/>
      <dgm:spPr/>
    </dgm:pt>
    <dgm:pt modelId="{442357EC-D1FA-BD43-B8AF-9E2B4A7F3BD7}" type="pres">
      <dgm:prSet presAssocID="{AA0ED848-09DB-FB47-804B-C43C2F533AE6}" presName="bkgdShape" presStyleLbl="node1" presStyleIdx="4" presStyleCnt="7"/>
      <dgm:spPr/>
    </dgm:pt>
    <dgm:pt modelId="{1EF64128-392D-4B47-8CB8-53546E1D622D}" type="pres">
      <dgm:prSet presAssocID="{AA0ED848-09DB-FB47-804B-C43C2F533AE6}" presName="nodeTx" presStyleLbl="node1" presStyleIdx="4" presStyleCnt="7">
        <dgm:presLayoutVars>
          <dgm:bulletEnabled val="1"/>
        </dgm:presLayoutVars>
      </dgm:prSet>
      <dgm:spPr/>
    </dgm:pt>
    <dgm:pt modelId="{0AA5DDB5-B5F7-6D45-A5E8-C8417B33940A}" type="pres">
      <dgm:prSet presAssocID="{AA0ED848-09DB-FB47-804B-C43C2F533AE6}" presName="invisiNode" presStyleLbl="node1" presStyleIdx="4" presStyleCnt="7"/>
      <dgm:spPr/>
    </dgm:pt>
    <dgm:pt modelId="{B6E34A3F-8D02-8C4E-A5C4-75F9A771326D}" type="pres">
      <dgm:prSet presAssocID="{AA0ED848-09DB-FB47-804B-C43C2F533AE6}" presName="imagNode" presStyleLbl="fgImgPlace1" presStyleIdx="4" presStyleCnt="7"/>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6312FCD7-A521-274E-BECC-2B0321CBEB4F}" type="pres">
      <dgm:prSet presAssocID="{2EFECAE4-4E4A-F44E-B5AB-8CE3E3DFCA5A}" presName="sibTrans" presStyleLbl="sibTrans2D1" presStyleIdx="0" presStyleCnt="0"/>
      <dgm:spPr/>
    </dgm:pt>
    <dgm:pt modelId="{5BA751BD-04C9-284A-BF9B-474239D2FB0C}" type="pres">
      <dgm:prSet presAssocID="{FEEC6AA6-EED4-C94A-B8B6-74CF492E33C5}" presName="compNode" presStyleCnt="0"/>
      <dgm:spPr/>
    </dgm:pt>
    <dgm:pt modelId="{D9B3C402-0712-0E44-8D29-31852D650B7A}" type="pres">
      <dgm:prSet presAssocID="{FEEC6AA6-EED4-C94A-B8B6-74CF492E33C5}" presName="bkgdShape" presStyleLbl="node1" presStyleIdx="5" presStyleCnt="7"/>
      <dgm:spPr/>
    </dgm:pt>
    <dgm:pt modelId="{9973BCEF-54D3-3C41-AE9A-C6FA2F8A4C86}" type="pres">
      <dgm:prSet presAssocID="{FEEC6AA6-EED4-C94A-B8B6-74CF492E33C5}" presName="nodeTx" presStyleLbl="node1" presStyleIdx="5" presStyleCnt="7">
        <dgm:presLayoutVars>
          <dgm:bulletEnabled val="1"/>
        </dgm:presLayoutVars>
      </dgm:prSet>
      <dgm:spPr/>
    </dgm:pt>
    <dgm:pt modelId="{926A65AE-7586-A94F-B5B8-87C1E870FECF}" type="pres">
      <dgm:prSet presAssocID="{FEEC6AA6-EED4-C94A-B8B6-74CF492E33C5}" presName="invisiNode" presStyleLbl="node1" presStyleIdx="5" presStyleCnt="7"/>
      <dgm:spPr/>
    </dgm:pt>
    <dgm:pt modelId="{70FE1767-D202-C247-A284-9855BDAA5A5F}" type="pres">
      <dgm:prSet presAssocID="{FEEC6AA6-EED4-C94A-B8B6-74CF492E33C5}" presName="imagNode" presStyleLbl="fgImgPlace1" presStyleIdx="5" presStyleCnt="7"/>
      <dgm:spPr>
        <a:blipFill>
          <a:blip xmlns:r="http://schemas.openxmlformats.org/officeDocument/2006/relationships" r:embed="rId6">
            <a:extLst>
              <a:ext uri="{837473B0-CC2E-450A-ABE3-18F120FF3D39}">
                <a1611:picAttrSrcUrl xmlns:a1611="http://schemas.microsoft.com/office/drawing/2016/11/main" r:id="rId7"/>
              </a:ext>
            </a:extLst>
          </a:blip>
          <a:srcRect/>
          <a:stretch>
            <a:fillRect l="-7000" r="-7000"/>
          </a:stretch>
        </a:blipFill>
      </dgm:spPr>
    </dgm:pt>
    <dgm:pt modelId="{49D20AB0-7391-B74C-B29D-B7934E775926}" type="pres">
      <dgm:prSet presAssocID="{2E854A78-424B-5841-8150-E7ED7797A7C1}" presName="sibTrans" presStyleLbl="sibTrans2D1" presStyleIdx="0" presStyleCnt="0"/>
      <dgm:spPr/>
    </dgm:pt>
    <dgm:pt modelId="{69579195-A717-7B45-89AB-C37B88EC829A}" type="pres">
      <dgm:prSet presAssocID="{B7637C73-97B6-874A-8D62-923DD93D46C4}" presName="compNode" presStyleCnt="0"/>
      <dgm:spPr/>
    </dgm:pt>
    <dgm:pt modelId="{AE519108-B90A-074F-A619-9F315E9198FB}" type="pres">
      <dgm:prSet presAssocID="{B7637C73-97B6-874A-8D62-923DD93D46C4}" presName="bkgdShape" presStyleLbl="node1" presStyleIdx="6" presStyleCnt="7"/>
      <dgm:spPr/>
    </dgm:pt>
    <dgm:pt modelId="{888DBDD2-5256-7340-9F21-D49D9BF6D2B4}" type="pres">
      <dgm:prSet presAssocID="{B7637C73-97B6-874A-8D62-923DD93D46C4}" presName="nodeTx" presStyleLbl="node1" presStyleIdx="6" presStyleCnt="7">
        <dgm:presLayoutVars>
          <dgm:bulletEnabled val="1"/>
        </dgm:presLayoutVars>
      </dgm:prSet>
      <dgm:spPr/>
    </dgm:pt>
    <dgm:pt modelId="{CF9876B2-7525-C34E-A437-186B97D46998}" type="pres">
      <dgm:prSet presAssocID="{B7637C73-97B6-874A-8D62-923DD93D46C4}" presName="invisiNode" presStyleLbl="node1" presStyleIdx="6" presStyleCnt="7"/>
      <dgm:spPr/>
    </dgm:pt>
    <dgm:pt modelId="{556811B1-36E0-DA4E-979E-4B147EBA347C}" type="pres">
      <dgm:prSet presAssocID="{B7637C73-97B6-874A-8D62-923DD93D46C4}" presName="imagNode" presStyleLbl="fgImgPlace1" presStyleIdx="6" presStyleCnt="7"/>
      <dgm:spPr>
        <a:blipFill>
          <a:blip xmlns:r="http://schemas.openxmlformats.org/officeDocument/2006/relationships" r:embed="rId8"/>
          <a:srcRect/>
          <a:stretch>
            <a:fillRect l="-2000" r="-2000"/>
          </a:stretch>
        </a:blipFill>
      </dgm:spPr>
    </dgm:pt>
  </dgm:ptLst>
  <dgm:cxnLst>
    <dgm:cxn modelId="{AB0BD000-17BB-7B4E-B1D2-BB498D3A6C82}" srcId="{9E9FC9DF-5766-FC45-A464-48BBD94B6D91}" destId="{8FEAD742-D663-3C4F-ACF0-2FC6DE239AFE}" srcOrd="2" destOrd="0" parTransId="{C64CF1C4-EC9A-5343-AD1D-27ECAB191E86}" sibTransId="{4CBAB6D6-FBFD-4645-91B0-4704D6612F4E}"/>
    <dgm:cxn modelId="{5CDAD40A-66EA-7D44-901D-0BB89E0253B8}" type="presOf" srcId="{B1B1BEF3-C6B0-0F4B-BC89-2EC6B5BEC0F2}" destId="{05FC7358-5C30-6144-9383-8E8A0F510A2A}" srcOrd="1" destOrd="0" presId="urn:microsoft.com/office/officeart/2005/8/layout/hList7"/>
    <dgm:cxn modelId="{F3A56814-5FDF-FF42-B2CE-E95A9673B54E}" type="presOf" srcId="{4CBAB6D6-FBFD-4645-91B0-4704D6612F4E}" destId="{536217DC-2953-4E41-A11D-DEC762453BBC}" srcOrd="0" destOrd="0" presId="urn:microsoft.com/office/officeart/2005/8/layout/hList7"/>
    <dgm:cxn modelId="{076F0128-CDA5-0B44-9C18-337D0DE00F35}" type="presOf" srcId="{B1B1BEF3-C6B0-0F4B-BC89-2EC6B5BEC0F2}" destId="{802BCCF7-E723-E444-94D9-9030F41CA999}" srcOrd="0" destOrd="0" presId="urn:microsoft.com/office/officeart/2005/8/layout/hList7"/>
    <dgm:cxn modelId="{0101F12C-EF4A-E549-94DF-B263D9057DE1}" type="presOf" srcId="{9E9FC9DF-5766-FC45-A464-48BBD94B6D91}" destId="{F52DE3CF-08EE-614D-8428-3D59301ED64E}" srcOrd="0" destOrd="0" presId="urn:microsoft.com/office/officeart/2005/8/layout/hList7"/>
    <dgm:cxn modelId="{954C5838-8714-BC4C-A014-9569D5764C17}" type="presOf" srcId="{AA0ED848-09DB-FB47-804B-C43C2F533AE6}" destId="{1EF64128-392D-4B47-8CB8-53546E1D622D}" srcOrd="1" destOrd="0" presId="urn:microsoft.com/office/officeart/2005/8/layout/hList7"/>
    <dgm:cxn modelId="{D486D93A-2B02-D34A-B6F0-E643A50B2E1E}" type="presOf" srcId="{FEEC6AA6-EED4-C94A-B8B6-74CF492E33C5}" destId="{9973BCEF-54D3-3C41-AE9A-C6FA2F8A4C86}" srcOrd="1" destOrd="0" presId="urn:microsoft.com/office/officeart/2005/8/layout/hList7"/>
    <dgm:cxn modelId="{7714813D-0121-D84C-9B78-4EAB3931E711}" srcId="{9E9FC9DF-5766-FC45-A464-48BBD94B6D91}" destId="{F1914F82-0FF0-C54C-B039-0EA048221727}" srcOrd="0" destOrd="0" parTransId="{8EA7F89F-1C4D-E244-98D1-B14C50B9F4DD}" sibTransId="{35A192B3-C1DC-384D-AE92-6206F7915D44}"/>
    <dgm:cxn modelId="{2AD61B40-8D26-2E4F-81C0-00B48EE45F06}" srcId="{9E9FC9DF-5766-FC45-A464-48BBD94B6D91}" destId="{B7637C73-97B6-874A-8D62-923DD93D46C4}" srcOrd="6" destOrd="0" parTransId="{E23891CA-76F3-D145-9816-933E4FAC1AE6}" sibTransId="{BCFEBF0E-2CAB-DD48-98CC-58CF31634864}"/>
    <dgm:cxn modelId="{0F67A074-2334-824D-B84E-A78148C8A006}" type="presOf" srcId="{E601B65E-DA49-2B4D-8404-04899DCF6B88}" destId="{33DC1382-B702-8F48-B66F-96E888A8F091}" srcOrd="0" destOrd="0" presId="urn:microsoft.com/office/officeart/2005/8/layout/hList7"/>
    <dgm:cxn modelId="{DE97899A-3FD5-DF4D-8905-6986418FC95F}" type="presOf" srcId="{2E854A78-424B-5841-8150-E7ED7797A7C1}" destId="{49D20AB0-7391-B74C-B29D-B7934E775926}" srcOrd="0" destOrd="0" presId="urn:microsoft.com/office/officeart/2005/8/layout/hList7"/>
    <dgm:cxn modelId="{76B814A0-6161-8049-B416-95CD29A7FC31}" srcId="{9E9FC9DF-5766-FC45-A464-48BBD94B6D91}" destId="{FEEC6AA6-EED4-C94A-B8B6-74CF492E33C5}" srcOrd="5" destOrd="0" parTransId="{4141EEC3-40B5-F24A-B978-415E29F73FAD}" sibTransId="{2E854A78-424B-5841-8150-E7ED7797A7C1}"/>
    <dgm:cxn modelId="{410144A6-5E97-F847-B076-A30743DC29F6}" type="presOf" srcId="{FEEC6AA6-EED4-C94A-B8B6-74CF492E33C5}" destId="{D9B3C402-0712-0E44-8D29-31852D650B7A}" srcOrd="0" destOrd="0" presId="urn:microsoft.com/office/officeart/2005/8/layout/hList7"/>
    <dgm:cxn modelId="{E03388A8-F979-4348-96BC-DEB5354265C8}" type="presOf" srcId="{AA0ED848-09DB-FB47-804B-C43C2F533AE6}" destId="{442357EC-D1FA-BD43-B8AF-9E2B4A7F3BD7}" srcOrd="0" destOrd="0" presId="urn:microsoft.com/office/officeart/2005/8/layout/hList7"/>
    <dgm:cxn modelId="{51CDE5A9-318D-BE46-9B1B-E77D362CF588}" srcId="{9E9FC9DF-5766-FC45-A464-48BBD94B6D91}" destId="{872D2AED-FB4F-F34B-8C9B-6031B9CC64D3}" srcOrd="3" destOrd="0" parTransId="{6AD0F419-E6D9-FD45-AF08-42E17EA06F31}" sibTransId="{0E1E3B1B-56EA-2649-8621-E2FE4175170F}"/>
    <dgm:cxn modelId="{318778AF-33D1-D44C-98D4-C9EC3AC45C1E}" type="presOf" srcId="{F1914F82-0FF0-C54C-B039-0EA048221727}" destId="{68AF98F3-600A-5A45-9A28-A01A953BA0F6}" srcOrd="0" destOrd="0" presId="urn:microsoft.com/office/officeart/2005/8/layout/hList7"/>
    <dgm:cxn modelId="{0888FBBC-9097-1246-B0B8-CBB03886D6C7}" type="presOf" srcId="{B7637C73-97B6-874A-8D62-923DD93D46C4}" destId="{888DBDD2-5256-7340-9F21-D49D9BF6D2B4}" srcOrd="1" destOrd="0" presId="urn:microsoft.com/office/officeart/2005/8/layout/hList7"/>
    <dgm:cxn modelId="{945121C0-92F2-1345-B443-1E391E7B9BA4}" type="presOf" srcId="{872D2AED-FB4F-F34B-8C9B-6031B9CC64D3}" destId="{FE660AFD-ADE5-EC4A-A687-D52887D037E6}" srcOrd="1" destOrd="0" presId="urn:microsoft.com/office/officeart/2005/8/layout/hList7"/>
    <dgm:cxn modelId="{69A42CC5-7293-9145-9A81-0EAE32AF321D}" type="presOf" srcId="{8FEAD742-D663-3C4F-ACF0-2FC6DE239AFE}" destId="{B7AC3C1D-4408-F548-B9DC-2897376971D2}" srcOrd="1" destOrd="0" presId="urn:microsoft.com/office/officeart/2005/8/layout/hList7"/>
    <dgm:cxn modelId="{0A8499CA-C842-6240-BEEB-E9C112E993D1}" type="presOf" srcId="{8FEAD742-D663-3C4F-ACF0-2FC6DE239AFE}" destId="{43ADE1C1-3DBC-F146-A6CE-4A56813562FA}" srcOrd="0" destOrd="0" presId="urn:microsoft.com/office/officeart/2005/8/layout/hList7"/>
    <dgm:cxn modelId="{A0FC0FD4-6DAC-A14F-90D8-D5D92AB1A564}" type="presOf" srcId="{872D2AED-FB4F-F34B-8C9B-6031B9CC64D3}" destId="{67BBF2E1-2776-4744-AB79-4316DDF470CB}" srcOrd="0" destOrd="0" presId="urn:microsoft.com/office/officeart/2005/8/layout/hList7"/>
    <dgm:cxn modelId="{924BD6DD-8B9E-E649-B4F8-CE23375F239D}" srcId="{9E9FC9DF-5766-FC45-A464-48BBD94B6D91}" destId="{B1B1BEF3-C6B0-0F4B-BC89-2EC6B5BEC0F2}" srcOrd="1" destOrd="0" parTransId="{46D7E54D-47AB-FA40-9AD3-51A555C82F39}" sibTransId="{E601B65E-DA49-2B4D-8404-04899DCF6B88}"/>
    <dgm:cxn modelId="{96CA96DE-11D0-4248-ADF9-74EB74BFEAA5}" srcId="{9E9FC9DF-5766-FC45-A464-48BBD94B6D91}" destId="{AA0ED848-09DB-FB47-804B-C43C2F533AE6}" srcOrd="4" destOrd="0" parTransId="{9C5C432E-775E-0447-946B-516820213C5B}" sibTransId="{2EFECAE4-4E4A-F44E-B5AB-8CE3E3DFCA5A}"/>
    <dgm:cxn modelId="{35AF84E1-D95E-734F-B491-4A12CC1FBA6A}" type="presOf" srcId="{2EFECAE4-4E4A-F44E-B5AB-8CE3E3DFCA5A}" destId="{6312FCD7-A521-274E-BECC-2B0321CBEB4F}" srcOrd="0" destOrd="0" presId="urn:microsoft.com/office/officeart/2005/8/layout/hList7"/>
    <dgm:cxn modelId="{3BC01DE7-E513-924B-8F82-778BDEFD0608}" type="presOf" srcId="{F1914F82-0FF0-C54C-B039-0EA048221727}" destId="{996EA844-3D44-DC43-AC27-56B153DC5C8B}" srcOrd="1" destOrd="0" presId="urn:microsoft.com/office/officeart/2005/8/layout/hList7"/>
    <dgm:cxn modelId="{15E13DEF-51E4-8A4F-AE69-5B6B91EC5373}" type="presOf" srcId="{B7637C73-97B6-874A-8D62-923DD93D46C4}" destId="{AE519108-B90A-074F-A619-9F315E9198FB}" srcOrd="0" destOrd="0" presId="urn:microsoft.com/office/officeart/2005/8/layout/hList7"/>
    <dgm:cxn modelId="{BA6527F3-24BB-6248-B192-BDA0E182880B}" type="presOf" srcId="{0E1E3B1B-56EA-2649-8621-E2FE4175170F}" destId="{ED6F02E9-C845-CA49-8519-4C0F09C32850}" srcOrd="0" destOrd="0" presId="urn:microsoft.com/office/officeart/2005/8/layout/hList7"/>
    <dgm:cxn modelId="{DD0FDBF7-05BC-2049-BF2A-5F3EDCD75F0F}" type="presOf" srcId="{35A192B3-C1DC-384D-AE92-6206F7915D44}" destId="{7DC76895-B68C-6141-93E1-ADBA46922C06}" srcOrd="0" destOrd="0" presId="urn:microsoft.com/office/officeart/2005/8/layout/hList7"/>
    <dgm:cxn modelId="{E88709A3-7D80-8848-AC45-CDEF6420B3AD}" type="presParOf" srcId="{F52DE3CF-08EE-614D-8428-3D59301ED64E}" destId="{FD9C4A91-9EA8-C745-B4B4-06120FD63694}" srcOrd="0" destOrd="0" presId="urn:microsoft.com/office/officeart/2005/8/layout/hList7"/>
    <dgm:cxn modelId="{B2160561-1854-7549-AABA-2686AA95CB04}" type="presParOf" srcId="{F52DE3CF-08EE-614D-8428-3D59301ED64E}" destId="{1BB50FB1-2253-9348-AA72-B5A27D1F4538}" srcOrd="1" destOrd="0" presId="urn:microsoft.com/office/officeart/2005/8/layout/hList7"/>
    <dgm:cxn modelId="{98C1F9BE-BF85-CB4D-8011-7FF42A13E456}" type="presParOf" srcId="{1BB50FB1-2253-9348-AA72-B5A27D1F4538}" destId="{5E306FA9-2443-2E44-B7E3-AD82D873CF17}" srcOrd="0" destOrd="0" presId="urn:microsoft.com/office/officeart/2005/8/layout/hList7"/>
    <dgm:cxn modelId="{70A5A214-BFCE-D64C-8F53-19ED3E6187CD}" type="presParOf" srcId="{5E306FA9-2443-2E44-B7E3-AD82D873CF17}" destId="{68AF98F3-600A-5A45-9A28-A01A953BA0F6}" srcOrd="0" destOrd="0" presId="urn:microsoft.com/office/officeart/2005/8/layout/hList7"/>
    <dgm:cxn modelId="{0E9D0964-DB4F-1B4F-9FED-E19054BAADBE}" type="presParOf" srcId="{5E306FA9-2443-2E44-B7E3-AD82D873CF17}" destId="{996EA844-3D44-DC43-AC27-56B153DC5C8B}" srcOrd="1" destOrd="0" presId="urn:microsoft.com/office/officeart/2005/8/layout/hList7"/>
    <dgm:cxn modelId="{8D7B5256-CC96-DC47-B17F-5160E932BE8D}" type="presParOf" srcId="{5E306FA9-2443-2E44-B7E3-AD82D873CF17}" destId="{70DE9911-E165-454E-B17F-8D96F993B028}" srcOrd="2" destOrd="0" presId="urn:microsoft.com/office/officeart/2005/8/layout/hList7"/>
    <dgm:cxn modelId="{FDB0DED3-B980-E84C-8F65-6B4C7C0E2328}" type="presParOf" srcId="{5E306FA9-2443-2E44-B7E3-AD82D873CF17}" destId="{1F319324-ABF5-3746-8F0B-BCD9191EE22E}" srcOrd="3" destOrd="0" presId="urn:microsoft.com/office/officeart/2005/8/layout/hList7"/>
    <dgm:cxn modelId="{CE1337C2-9DF7-A245-9434-FFBDDAC67786}" type="presParOf" srcId="{1BB50FB1-2253-9348-AA72-B5A27D1F4538}" destId="{7DC76895-B68C-6141-93E1-ADBA46922C06}" srcOrd="1" destOrd="0" presId="urn:microsoft.com/office/officeart/2005/8/layout/hList7"/>
    <dgm:cxn modelId="{ADBF376F-90E0-DF41-BA18-E130D081BA39}" type="presParOf" srcId="{1BB50FB1-2253-9348-AA72-B5A27D1F4538}" destId="{54B5E341-EEC3-0845-B690-71CBE564B993}" srcOrd="2" destOrd="0" presId="urn:microsoft.com/office/officeart/2005/8/layout/hList7"/>
    <dgm:cxn modelId="{BA2837EF-8FD4-6146-A85E-81E704FFCB23}" type="presParOf" srcId="{54B5E341-EEC3-0845-B690-71CBE564B993}" destId="{802BCCF7-E723-E444-94D9-9030F41CA999}" srcOrd="0" destOrd="0" presId="urn:microsoft.com/office/officeart/2005/8/layout/hList7"/>
    <dgm:cxn modelId="{9FA7AA6C-A32E-6B44-9B1F-16BE5CFE8A32}" type="presParOf" srcId="{54B5E341-EEC3-0845-B690-71CBE564B993}" destId="{05FC7358-5C30-6144-9383-8E8A0F510A2A}" srcOrd="1" destOrd="0" presId="urn:microsoft.com/office/officeart/2005/8/layout/hList7"/>
    <dgm:cxn modelId="{4756935C-055B-1C4A-9132-4E1F26675D9E}" type="presParOf" srcId="{54B5E341-EEC3-0845-B690-71CBE564B993}" destId="{8C8048A5-383F-DE43-9B6A-A3681FEF0B5E}" srcOrd="2" destOrd="0" presId="urn:microsoft.com/office/officeart/2005/8/layout/hList7"/>
    <dgm:cxn modelId="{3B0F3486-E76E-A349-9F57-0D59A4F4F7E0}" type="presParOf" srcId="{54B5E341-EEC3-0845-B690-71CBE564B993}" destId="{05AB1390-8DEB-854E-84A2-4DF50E8830EA}" srcOrd="3" destOrd="0" presId="urn:microsoft.com/office/officeart/2005/8/layout/hList7"/>
    <dgm:cxn modelId="{B1002102-ACC7-FA49-858C-EC4DE13D0485}" type="presParOf" srcId="{1BB50FB1-2253-9348-AA72-B5A27D1F4538}" destId="{33DC1382-B702-8F48-B66F-96E888A8F091}" srcOrd="3" destOrd="0" presId="urn:microsoft.com/office/officeart/2005/8/layout/hList7"/>
    <dgm:cxn modelId="{F9ED7349-1673-A841-805B-CCFB98A78D1F}" type="presParOf" srcId="{1BB50FB1-2253-9348-AA72-B5A27D1F4538}" destId="{6DA08FB4-5EB6-9E43-9E0A-F545F6975030}" srcOrd="4" destOrd="0" presId="urn:microsoft.com/office/officeart/2005/8/layout/hList7"/>
    <dgm:cxn modelId="{7D63EB5D-2590-8B48-812A-9552C03EB540}" type="presParOf" srcId="{6DA08FB4-5EB6-9E43-9E0A-F545F6975030}" destId="{43ADE1C1-3DBC-F146-A6CE-4A56813562FA}" srcOrd="0" destOrd="0" presId="urn:microsoft.com/office/officeart/2005/8/layout/hList7"/>
    <dgm:cxn modelId="{946F0BA6-ADA5-FD4E-A6C7-0196BB7E3E5E}" type="presParOf" srcId="{6DA08FB4-5EB6-9E43-9E0A-F545F6975030}" destId="{B7AC3C1D-4408-F548-B9DC-2897376971D2}" srcOrd="1" destOrd="0" presId="urn:microsoft.com/office/officeart/2005/8/layout/hList7"/>
    <dgm:cxn modelId="{CBBE92D3-018D-2E47-93C2-F13C673CD253}" type="presParOf" srcId="{6DA08FB4-5EB6-9E43-9E0A-F545F6975030}" destId="{5B6759DF-027C-D645-9B84-D19767557D2C}" srcOrd="2" destOrd="0" presId="urn:microsoft.com/office/officeart/2005/8/layout/hList7"/>
    <dgm:cxn modelId="{C0916F6D-6988-B14E-840B-D46C27317686}" type="presParOf" srcId="{6DA08FB4-5EB6-9E43-9E0A-F545F6975030}" destId="{59A3F442-7B44-7044-A938-D26E6860C91A}" srcOrd="3" destOrd="0" presId="urn:microsoft.com/office/officeart/2005/8/layout/hList7"/>
    <dgm:cxn modelId="{85AE2219-760F-6643-A99B-D2A24387EDC9}" type="presParOf" srcId="{1BB50FB1-2253-9348-AA72-B5A27D1F4538}" destId="{536217DC-2953-4E41-A11D-DEC762453BBC}" srcOrd="5" destOrd="0" presId="urn:microsoft.com/office/officeart/2005/8/layout/hList7"/>
    <dgm:cxn modelId="{8966888C-D4A5-A14E-8EA9-87B88561AB47}" type="presParOf" srcId="{1BB50FB1-2253-9348-AA72-B5A27D1F4538}" destId="{8DDF0331-DDC8-F44D-995E-46B8781BBE86}" srcOrd="6" destOrd="0" presId="urn:microsoft.com/office/officeart/2005/8/layout/hList7"/>
    <dgm:cxn modelId="{A2F9BBD4-79E2-1942-A205-229E559E1C1A}" type="presParOf" srcId="{8DDF0331-DDC8-F44D-995E-46B8781BBE86}" destId="{67BBF2E1-2776-4744-AB79-4316DDF470CB}" srcOrd="0" destOrd="0" presId="urn:microsoft.com/office/officeart/2005/8/layout/hList7"/>
    <dgm:cxn modelId="{453BEE9E-351C-0F47-869C-EE455A0A5553}" type="presParOf" srcId="{8DDF0331-DDC8-F44D-995E-46B8781BBE86}" destId="{FE660AFD-ADE5-EC4A-A687-D52887D037E6}" srcOrd="1" destOrd="0" presId="urn:microsoft.com/office/officeart/2005/8/layout/hList7"/>
    <dgm:cxn modelId="{779B581D-E196-1145-8557-3DFB13761CE6}" type="presParOf" srcId="{8DDF0331-DDC8-F44D-995E-46B8781BBE86}" destId="{2558B9C7-AFF8-F743-9766-EC411FE05CDB}" srcOrd="2" destOrd="0" presId="urn:microsoft.com/office/officeart/2005/8/layout/hList7"/>
    <dgm:cxn modelId="{5B1C72F4-D070-F44B-8023-BDF777C5B0BF}" type="presParOf" srcId="{8DDF0331-DDC8-F44D-995E-46B8781BBE86}" destId="{A0B49476-5B1A-7046-8334-D9BACEC6349E}" srcOrd="3" destOrd="0" presId="urn:microsoft.com/office/officeart/2005/8/layout/hList7"/>
    <dgm:cxn modelId="{7B046CDE-2ABB-5142-820D-ED108BE562B6}" type="presParOf" srcId="{1BB50FB1-2253-9348-AA72-B5A27D1F4538}" destId="{ED6F02E9-C845-CA49-8519-4C0F09C32850}" srcOrd="7" destOrd="0" presId="urn:microsoft.com/office/officeart/2005/8/layout/hList7"/>
    <dgm:cxn modelId="{10AD5E10-EEA1-F044-9AB3-EA63CB9F1EBF}" type="presParOf" srcId="{1BB50FB1-2253-9348-AA72-B5A27D1F4538}" destId="{B4786FC4-D04F-6547-A035-849AB90D2FC5}" srcOrd="8" destOrd="0" presId="urn:microsoft.com/office/officeart/2005/8/layout/hList7"/>
    <dgm:cxn modelId="{2BD958BF-BF94-724F-9DC0-E53877FEBAB3}" type="presParOf" srcId="{B4786FC4-D04F-6547-A035-849AB90D2FC5}" destId="{442357EC-D1FA-BD43-B8AF-9E2B4A7F3BD7}" srcOrd="0" destOrd="0" presId="urn:microsoft.com/office/officeart/2005/8/layout/hList7"/>
    <dgm:cxn modelId="{AD4EB8B7-4C13-954F-96D1-5771E896F0B2}" type="presParOf" srcId="{B4786FC4-D04F-6547-A035-849AB90D2FC5}" destId="{1EF64128-392D-4B47-8CB8-53546E1D622D}" srcOrd="1" destOrd="0" presId="urn:microsoft.com/office/officeart/2005/8/layout/hList7"/>
    <dgm:cxn modelId="{7D5F1548-9FC7-EE46-8B48-29D086287D38}" type="presParOf" srcId="{B4786FC4-D04F-6547-A035-849AB90D2FC5}" destId="{0AA5DDB5-B5F7-6D45-A5E8-C8417B33940A}" srcOrd="2" destOrd="0" presId="urn:microsoft.com/office/officeart/2005/8/layout/hList7"/>
    <dgm:cxn modelId="{5FF5B359-9109-924E-8ADA-C3B01B81ACA1}" type="presParOf" srcId="{B4786FC4-D04F-6547-A035-849AB90D2FC5}" destId="{B6E34A3F-8D02-8C4E-A5C4-75F9A771326D}" srcOrd="3" destOrd="0" presId="urn:microsoft.com/office/officeart/2005/8/layout/hList7"/>
    <dgm:cxn modelId="{5A850A8D-5FEE-C546-8173-1259B174B4B4}" type="presParOf" srcId="{1BB50FB1-2253-9348-AA72-B5A27D1F4538}" destId="{6312FCD7-A521-274E-BECC-2B0321CBEB4F}" srcOrd="9" destOrd="0" presId="urn:microsoft.com/office/officeart/2005/8/layout/hList7"/>
    <dgm:cxn modelId="{0E6AFCFE-E91A-984B-8DA6-DF1C45843DFF}" type="presParOf" srcId="{1BB50FB1-2253-9348-AA72-B5A27D1F4538}" destId="{5BA751BD-04C9-284A-BF9B-474239D2FB0C}" srcOrd="10" destOrd="0" presId="urn:microsoft.com/office/officeart/2005/8/layout/hList7"/>
    <dgm:cxn modelId="{56717D83-78AC-E34D-B093-22E1AE869518}" type="presParOf" srcId="{5BA751BD-04C9-284A-BF9B-474239D2FB0C}" destId="{D9B3C402-0712-0E44-8D29-31852D650B7A}" srcOrd="0" destOrd="0" presId="urn:microsoft.com/office/officeart/2005/8/layout/hList7"/>
    <dgm:cxn modelId="{DE260996-E2AC-3D45-8FA5-A58DA9701826}" type="presParOf" srcId="{5BA751BD-04C9-284A-BF9B-474239D2FB0C}" destId="{9973BCEF-54D3-3C41-AE9A-C6FA2F8A4C86}" srcOrd="1" destOrd="0" presId="urn:microsoft.com/office/officeart/2005/8/layout/hList7"/>
    <dgm:cxn modelId="{F6A28C01-B4C9-BB4F-BC8E-455879D350AB}" type="presParOf" srcId="{5BA751BD-04C9-284A-BF9B-474239D2FB0C}" destId="{926A65AE-7586-A94F-B5B8-87C1E870FECF}" srcOrd="2" destOrd="0" presId="urn:microsoft.com/office/officeart/2005/8/layout/hList7"/>
    <dgm:cxn modelId="{C5BAEBF7-FD81-2E4D-B5F0-9195CA9ACDC1}" type="presParOf" srcId="{5BA751BD-04C9-284A-BF9B-474239D2FB0C}" destId="{70FE1767-D202-C247-A284-9855BDAA5A5F}" srcOrd="3" destOrd="0" presId="urn:microsoft.com/office/officeart/2005/8/layout/hList7"/>
    <dgm:cxn modelId="{60AFE9ED-11FF-924F-973A-17ADC4B35519}" type="presParOf" srcId="{1BB50FB1-2253-9348-AA72-B5A27D1F4538}" destId="{49D20AB0-7391-B74C-B29D-B7934E775926}" srcOrd="11" destOrd="0" presId="urn:microsoft.com/office/officeart/2005/8/layout/hList7"/>
    <dgm:cxn modelId="{26951FB1-6195-5044-9CA5-212DF6141E67}" type="presParOf" srcId="{1BB50FB1-2253-9348-AA72-B5A27D1F4538}" destId="{69579195-A717-7B45-89AB-C37B88EC829A}" srcOrd="12" destOrd="0" presId="urn:microsoft.com/office/officeart/2005/8/layout/hList7"/>
    <dgm:cxn modelId="{CC3F3418-96D0-9946-9343-747B27421396}" type="presParOf" srcId="{69579195-A717-7B45-89AB-C37B88EC829A}" destId="{AE519108-B90A-074F-A619-9F315E9198FB}" srcOrd="0" destOrd="0" presId="urn:microsoft.com/office/officeart/2005/8/layout/hList7"/>
    <dgm:cxn modelId="{35257503-8A88-6046-8348-004A776C98E7}" type="presParOf" srcId="{69579195-A717-7B45-89AB-C37B88EC829A}" destId="{888DBDD2-5256-7340-9F21-D49D9BF6D2B4}" srcOrd="1" destOrd="0" presId="urn:microsoft.com/office/officeart/2005/8/layout/hList7"/>
    <dgm:cxn modelId="{134F4F98-5A4B-3D45-89D6-62D852FF9A08}" type="presParOf" srcId="{69579195-A717-7B45-89AB-C37B88EC829A}" destId="{CF9876B2-7525-C34E-A437-186B97D46998}" srcOrd="2" destOrd="0" presId="urn:microsoft.com/office/officeart/2005/8/layout/hList7"/>
    <dgm:cxn modelId="{E41E891A-5E53-D641-BE29-389C3A21D3F4}" type="presParOf" srcId="{69579195-A717-7B45-89AB-C37B88EC829A}" destId="{556811B1-36E0-DA4E-979E-4B147EBA347C}"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F98F3-600A-5A45-9A28-A01A953BA0F6}">
      <dsp:nvSpPr>
        <dsp:cNvPr id="0" name=""/>
        <dsp:cNvSpPr/>
      </dsp:nvSpPr>
      <dsp:spPr>
        <a:xfrm>
          <a:off x="4349"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Multi-Account Structure</a:t>
          </a:r>
          <a:endParaRPr lang="en-GB" sz="1500" b="1" kern="1200" dirty="0"/>
        </a:p>
      </dsp:txBody>
      <dsp:txXfrm>
        <a:off x="4349" y="1892971"/>
        <a:ext cx="1458255" cy="1892971"/>
      </dsp:txXfrm>
    </dsp:sp>
    <dsp:sp modelId="{1F319324-ABF5-3746-8F0B-BCD9191EE22E}">
      <dsp:nvSpPr>
        <dsp:cNvPr id="0" name=""/>
        <dsp:cNvSpPr/>
      </dsp:nvSpPr>
      <dsp:spPr>
        <a:xfrm>
          <a:off x="55444" y="289043"/>
          <a:ext cx="1370760" cy="1573834"/>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3107" t="-143" r="-3107" b="-11605"/>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802BCCF7-E723-E444-94D9-9030F41CA999}">
      <dsp:nvSpPr>
        <dsp:cNvPr id="0" name=""/>
        <dsp:cNvSpPr/>
      </dsp:nvSpPr>
      <dsp:spPr>
        <a:xfrm>
          <a:off x="1484478"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Cloud Governance</a:t>
          </a:r>
          <a:endParaRPr lang="en-GB" sz="1500" b="1" kern="1200" dirty="0"/>
        </a:p>
      </dsp:txBody>
      <dsp:txXfrm>
        <a:off x="1484478" y="1892971"/>
        <a:ext cx="1458255" cy="1892971"/>
      </dsp:txXfrm>
    </dsp:sp>
    <dsp:sp modelId="{05AB1390-8DEB-854E-84A2-4DF50E8830EA}">
      <dsp:nvSpPr>
        <dsp:cNvPr id="0" name=""/>
        <dsp:cNvSpPr/>
      </dsp:nvSpPr>
      <dsp:spPr>
        <a:xfrm>
          <a:off x="1550100" y="283945"/>
          <a:ext cx="1370760" cy="1575898"/>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43ADE1C1-3DBC-F146-A6CE-4A56813562FA}">
      <dsp:nvSpPr>
        <dsp:cNvPr id="0" name=""/>
        <dsp:cNvSpPr/>
      </dsp:nvSpPr>
      <dsp:spPr>
        <a:xfrm>
          <a:off x="3008356"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Identity &amp; Access Management</a:t>
          </a:r>
          <a:endParaRPr lang="en-GB" sz="1500" b="1" kern="1200" dirty="0"/>
        </a:p>
      </dsp:txBody>
      <dsp:txXfrm>
        <a:off x="3008356" y="1892971"/>
        <a:ext cx="1458255" cy="1892971"/>
      </dsp:txXfrm>
    </dsp:sp>
    <dsp:sp modelId="{59A3F442-7B44-7044-A938-D26E6860C91A}">
      <dsp:nvSpPr>
        <dsp:cNvPr id="0" name=""/>
        <dsp:cNvSpPr/>
      </dsp:nvSpPr>
      <dsp:spPr>
        <a:xfrm>
          <a:off x="3052104" y="283945"/>
          <a:ext cx="1370760" cy="1575898"/>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000" r="-2000"/>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67BBF2E1-2776-4744-AB79-4316DDF470CB}">
      <dsp:nvSpPr>
        <dsp:cNvPr id="0" name=""/>
        <dsp:cNvSpPr/>
      </dsp:nvSpPr>
      <dsp:spPr>
        <a:xfrm>
          <a:off x="4510360"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Networking and Connectivity</a:t>
          </a:r>
          <a:endParaRPr lang="en-GB" sz="1500" b="1" kern="1200" dirty="0"/>
        </a:p>
      </dsp:txBody>
      <dsp:txXfrm>
        <a:off x="4510360" y="1892971"/>
        <a:ext cx="1458255" cy="1892971"/>
      </dsp:txXfrm>
    </dsp:sp>
    <dsp:sp modelId="{A0B49476-5B1A-7046-8334-D9BACEC6349E}">
      <dsp:nvSpPr>
        <dsp:cNvPr id="0" name=""/>
        <dsp:cNvSpPr/>
      </dsp:nvSpPr>
      <dsp:spPr>
        <a:xfrm>
          <a:off x="4554107" y="283945"/>
          <a:ext cx="1370760" cy="1575898"/>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442357EC-D1FA-BD43-B8AF-9E2B4A7F3BD7}">
      <dsp:nvSpPr>
        <dsp:cNvPr id="0" name=""/>
        <dsp:cNvSpPr/>
      </dsp:nvSpPr>
      <dsp:spPr>
        <a:xfrm>
          <a:off x="6012363"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Logging &amp; Monitoring</a:t>
          </a:r>
          <a:endParaRPr lang="en-GB" sz="1500" b="1" kern="1200" dirty="0"/>
        </a:p>
      </dsp:txBody>
      <dsp:txXfrm>
        <a:off x="6012363" y="1892971"/>
        <a:ext cx="1458255" cy="1892971"/>
      </dsp:txXfrm>
    </dsp:sp>
    <dsp:sp modelId="{B6E34A3F-8D02-8C4E-A5C4-75F9A771326D}">
      <dsp:nvSpPr>
        <dsp:cNvPr id="0" name=""/>
        <dsp:cNvSpPr/>
      </dsp:nvSpPr>
      <dsp:spPr>
        <a:xfrm>
          <a:off x="6056111" y="283945"/>
          <a:ext cx="1370760" cy="1575898"/>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D9B3C402-0712-0E44-8D29-31852D650B7A}">
      <dsp:nvSpPr>
        <dsp:cNvPr id="0" name=""/>
        <dsp:cNvSpPr/>
      </dsp:nvSpPr>
      <dsp:spPr>
        <a:xfrm>
          <a:off x="7514367"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Cost Control</a:t>
          </a:r>
          <a:endParaRPr lang="en-GB" sz="1500" b="1" kern="1200" dirty="0"/>
        </a:p>
      </dsp:txBody>
      <dsp:txXfrm>
        <a:off x="7514367" y="1892971"/>
        <a:ext cx="1458255" cy="1892971"/>
      </dsp:txXfrm>
    </dsp:sp>
    <dsp:sp modelId="{70FE1767-D202-C247-A284-9855BDAA5A5F}">
      <dsp:nvSpPr>
        <dsp:cNvPr id="0" name=""/>
        <dsp:cNvSpPr/>
      </dsp:nvSpPr>
      <dsp:spPr>
        <a:xfrm>
          <a:off x="7558114" y="283945"/>
          <a:ext cx="1370760" cy="1575898"/>
        </a:xfrm>
        <a:prstGeom prst="ellipse">
          <a:avLst/>
        </a:prstGeom>
        <a:blipFill>
          <a:blip xmlns:r="http://schemas.openxmlformats.org/officeDocument/2006/relationships" r:embed="rId6">
            <a:extLst>
              <a:ext uri="{837473B0-CC2E-450A-ABE3-18F120FF3D39}">
                <a1611:picAttrSrcUrl xmlns:a1611="http://schemas.microsoft.com/office/drawing/2016/11/main" r:id="rId7"/>
              </a:ext>
            </a:extLst>
          </a:blip>
          <a:srcRect/>
          <a:stretch>
            <a:fillRect l="-7000" r="-7000"/>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AE519108-B90A-074F-A619-9F315E9198FB}">
      <dsp:nvSpPr>
        <dsp:cNvPr id="0" name=""/>
        <dsp:cNvSpPr/>
      </dsp:nvSpPr>
      <dsp:spPr>
        <a:xfrm>
          <a:off x="9016370" y="0"/>
          <a:ext cx="1458255" cy="4732428"/>
        </a:xfrm>
        <a:prstGeom prst="roundRect">
          <a:avLst>
            <a:gd name="adj" fmla="val 10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GB" sz="1500" b="1" kern="1200"/>
            <a:t>Provisioning and Automation</a:t>
          </a:r>
          <a:endParaRPr lang="en-GB" sz="1500" b="1" kern="1200" dirty="0"/>
        </a:p>
      </dsp:txBody>
      <dsp:txXfrm>
        <a:off x="9016370" y="1892971"/>
        <a:ext cx="1458255" cy="1892971"/>
      </dsp:txXfrm>
    </dsp:sp>
    <dsp:sp modelId="{556811B1-36E0-DA4E-979E-4B147EBA347C}">
      <dsp:nvSpPr>
        <dsp:cNvPr id="0" name=""/>
        <dsp:cNvSpPr/>
      </dsp:nvSpPr>
      <dsp:spPr>
        <a:xfrm>
          <a:off x="9060118" y="283945"/>
          <a:ext cx="1370760" cy="1575898"/>
        </a:xfrm>
        <a:prstGeom prst="ellipse">
          <a:avLst/>
        </a:prstGeom>
        <a:blipFill>
          <a:blip xmlns:r="http://schemas.openxmlformats.org/officeDocument/2006/relationships" r:embed="rId8"/>
          <a:srcRect/>
          <a:stretch>
            <a:fillRect l="-2000" r="-2000"/>
          </a:stretch>
        </a:blip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FD9C4A91-9EA8-C745-B4B4-06120FD63694}">
      <dsp:nvSpPr>
        <dsp:cNvPr id="0" name=""/>
        <dsp:cNvSpPr/>
      </dsp:nvSpPr>
      <dsp:spPr>
        <a:xfrm>
          <a:off x="524242" y="3645278"/>
          <a:ext cx="9640657" cy="1087149"/>
        </a:xfrm>
        <a:prstGeom prst="leftRightArrow">
          <a:avLst/>
        </a:prstGeom>
        <a:solidFill>
          <a:schemeClr val="dk2">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10/13/23</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10/13/23</a:t>
            </a:fld>
            <a:endParaRPr lang="en-US" dirty="0"/>
          </a:p>
        </p:txBody>
      </p:sp>
      <p:sp>
        <p:nvSpPr>
          <p:cNvPr id="4" name="Slide Image Placeholder 3"/>
          <p:cNvSpPr>
            <a:spLocks noGrp="1" noRot="1" noChangeAspect="1"/>
          </p:cNvSpPr>
          <p:nvPr>
            <p:ph type="sldImg" idx="2"/>
          </p:nvPr>
        </p:nvSpPr>
        <p:spPr>
          <a:xfrm>
            <a:off x="990600" y="349946"/>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3</a:t>
            </a:fld>
            <a:endParaRPr lang="en-US"/>
          </a:p>
        </p:txBody>
      </p:sp>
    </p:spTree>
    <p:extLst>
      <p:ext uri="{BB962C8B-B14F-4D97-AF65-F5344CB8AC3E}">
        <p14:creationId xmlns:p14="http://schemas.microsoft.com/office/powerpoint/2010/main" val="3052469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5</a:t>
            </a:fld>
            <a:endParaRPr lang="en-US"/>
          </a:p>
        </p:txBody>
      </p:sp>
    </p:spTree>
    <p:extLst>
      <p:ext uri="{BB962C8B-B14F-4D97-AF65-F5344CB8AC3E}">
        <p14:creationId xmlns:p14="http://schemas.microsoft.com/office/powerpoint/2010/main" val="3551801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43F7EE4-7D84-4D77-B4B2-0C966043B366}" type="slidenum">
              <a:rPr lang="en-US" smtClean="0"/>
              <a:t>7</a:t>
            </a:fld>
            <a:endParaRPr lang="en-US"/>
          </a:p>
        </p:txBody>
      </p:sp>
    </p:spTree>
    <p:extLst>
      <p:ext uri="{BB962C8B-B14F-4D97-AF65-F5344CB8AC3E}">
        <p14:creationId xmlns:p14="http://schemas.microsoft.com/office/powerpoint/2010/main" val="1856364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9</a:t>
            </a:fld>
            <a:endParaRPr lang="en-US"/>
          </a:p>
        </p:txBody>
      </p:sp>
    </p:spTree>
    <p:extLst>
      <p:ext uri="{BB962C8B-B14F-4D97-AF65-F5344CB8AC3E}">
        <p14:creationId xmlns:p14="http://schemas.microsoft.com/office/powerpoint/2010/main" val="3415253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10</a:t>
            </a:fld>
            <a:endParaRPr lang="en-US"/>
          </a:p>
        </p:txBody>
      </p:sp>
    </p:spTree>
    <p:extLst>
      <p:ext uri="{BB962C8B-B14F-4D97-AF65-F5344CB8AC3E}">
        <p14:creationId xmlns:p14="http://schemas.microsoft.com/office/powerpoint/2010/main" val="150385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11</a:t>
            </a:fld>
            <a:endParaRPr lang="en-US"/>
          </a:p>
        </p:txBody>
      </p:sp>
    </p:spTree>
    <p:extLst>
      <p:ext uri="{BB962C8B-B14F-4D97-AF65-F5344CB8AC3E}">
        <p14:creationId xmlns:p14="http://schemas.microsoft.com/office/powerpoint/2010/main" val="3355296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12</a:t>
            </a:fld>
            <a:endParaRPr lang="en-US"/>
          </a:p>
        </p:txBody>
      </p:sp>
    </p:spTree>
    <p:extLst>
      <p:ext uri="{BB962C8B-B14F-4D97-AF65-F5344CB8AC3E}">
        <p14:creationId xmlns:p14="http://schemas.microsoft.com/office/powerpoint/2010/main" val="2914375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13</a:t>
            </a:fld>
            <a:endParaRPr lang="en-US"/>
          </a:p>
        </p:txBody>
      </p:sp>
    </p:spTree>
    <p:extLst>
      <p:ext uri="{BB962C8B-B14F-4D97-AF65-F5344CB8AC3E}">
        <p14:creationId xmlns:p14="http://schemas.microsoft.com/office/powerpoint/2010/main" val="3252901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14</a:t>
            </a:fld>
            <a:endParaRPr lang="en-US"/>
          </a:p>
        </p:txBody>
      </p:sp>
    </p:spTree>
    <p:extLst>
      <p:ext uri="{BB962C8B-B14F-4D97-AF65-F5344CB8AC3E}">
        <p14:creationId xmlns:p14="http://schemas.microsoft.com/office/powerpoint/2010/main" val="973675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15</a:t>
            </a:fld>
            <a:endParaRPr lang="en-US"/>
          </a:p>
        </p:txBody>
      </p:sp>
    </p:spTree>
    <p:extLst>
      <p:ext uri="{BB962C8B-B14F-4D97-AF65-F5344CB8AC3E}">
        <p14:creationId xmlns:p14="http://schemas.microsoft.com/office/powerpoint/2010/main" val="254696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16</a:t>
            </a:fld>
            <a:endParaRPr lang="en-US"/>
          </a:p>
        </p:txBody>
      </p:sp>
    </p:spTree>
    <p:extLst>
      <p:ext uri="{BB962C8B-B14F-4D97-AF65-F5344CB8AC3E}">
        <p14:creationId xmlns:p14="http://schemas.microsoft.com/office/powerpoint/2010/main" val="3321686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44792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05538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0946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780552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1" name="Straight Connector 10">
            <a:extLst>
              <a:ext uri="{FF2B5EF4-FFF2-40B4-BE49-F238E27FC236}">
                <a16:creationId xmlns:a16="http://schemas.microsoft.com/office/drawing/2014/main" id="{9F8248E2-079E-D048-BFDB-5E3D53CC7A75}"/>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6958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276999"/>
          </a:xfrm>
        </p:spPr>
        <p:txBody>
          <a:bodyPr>
            <a:spAutoFit/>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310896"/>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1" name="Straight Connector 10">
            <a:extLst>
              <a:ext uri="{FF2B5EF4-FFF2-40B4-BE49-F238E27FC236}">
                <a16:creationId xmlns:a16="http://schemas.microsoft.com/office/drawing/2014/main" id="{9771E720-A860-C747-8C6C-2E9495B713C2}"/>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45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56239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6802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861515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607712"/>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5668801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8234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2605049"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876302"/>
            <a:ext cx="2666962"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95AC8FBD-FE97-6642-8436-2FEDE1F26E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33753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2605049"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3238500" y="1584902"/>
            <a:ext cx="2666962" cy="2021066"/>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11" name="Graphic 10">
            <a:extLst>
              <a:ext uri="{FF2B5EF4-FFF2-40B4-BE49-F238E27FC236}">
                <a16:creationId xmlns:a16="http://schemas.microsoft.com/office/drawing/2014/main" id="{48C1390A-5E39-B74E-829D-2D9BFC0AB8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065757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79176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1800" b="0" i="0" u="none" strike="noStrike" kern="1200" cap="none" spc="0" normalizeH="0" baseline="0" noProof="0" dirty="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9890713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8972550" y="0"/>
            <a:ext cx="3219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9226296" y="310896"/>
            <a:ext cx="2601468" cy="1286186"/>
          </a:xfrm>
        </p:spPr>
        <p:txBody>
          <a:bodyPr vert="horz" lIns="0" tIns="0" rIns="0" bIns="0" rtlCol="0">
            <a:spAutoFit/>
          </a:bodyPr>
          <a:lstStyle>
            <a:lvl1pPr marL="0" indent="0">
              <a:lnSpc>
                <a:spcPct val="110000"/>
              </a:lnSpc>
              <a:buNone/>
              <a:defRPr lang="en-US" sz="2600" dirty="0">
                <a:ln w="3175">
                  <a:noFill/>
                </a:ln>
                <a:solidFill>
                  <a:schemeClr val="bg1"/>
                </a:solidFill>
              </a:defRPr>
            </a:lvl1pPr>
          </a:lstStyle>
          <a:p>
            <a:pPr lvl="0" fontAlgn="base">
              <a:spcAft>
                <a:spcPts val="2625"/>
              </a:spcAft>
            </a:pPr>
            <a:r>
              <a:rPr lang="en-US" dirty="0"/>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361951" y="200026"/>
            <a:ext cx="8467725" cy="964495"/>
          </a:xfrm>
        </p:spPr>
        <p:txBody>
          <a:bodyPr lIns="0">
            <a:spAutoFit/>
          </a:bodyPr>
          <a:lstStyle>
            <a:lvl1pPr marL="0" indent="0">
              <a:buFont typeface="Arial" panose="020B0604020202020204" pitchFamily="34" charset="0"/>
              <a:buNone/>
              <a:defRPr lang="en-US" sz="6700" kern="1200"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dirty="0"/>
              <a:t>Callout slide</a:t>
            </a:r>
          </a:p>
        </p:txBody>
      </p:sp>
      <p:pic>
        <p:nvPicPr>
          <p:cNvPr id="10" name="Graphic 9">
            <a:extLst>
              <a:ext uri="{FF2B5EF4-FFF2-40B4-BE49-F238E27FC236}">
                <a16:creationId xmlns:a16="http://schemas.microsoft.com/office/drawing/2014/main" id="{DBB2A12C-D648-A649-ABB5-D03617FC85C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70791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8972550" y="0"/>
            <a:ext cx="321945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9220199" y="314326"/>
            <a:ext cx="2619375" cy="1320361"/>
          </a:xfrm>
        </p:spPr>
        <p:txBody>
          <a:bodyPr lIns="0">
            <a:spAutoFit/>
          </a:bodyPr>
          <a:lstStyle>
            <a:lvl1pPr marL="0" indent="0">
              <a:lnSpc>
                <a:spcPct val="110000"/>
              </a:lnSpc>
              <a:buNone/>
              <a:defRPr sz="2600">
                <a:solidFill>
                  <a:schemeClr val="bg1"/>
                </a:solidFill>
              </a:defRPr>
            </a:lvl1pPr>
            <a:lvl2pPr marL="283368" indent="0">
              <a:buNone/>
              <a:defRPr sz="2600">
                <a:solidFill>
                  <a:schemeClr val="bg1"/>
                </a:solidFill>
              </a:defRPr>
            </a:lvl2pPr>
            <a:lvl3pPr marL="566737" indent="0">
              <a:buNone/>
              <a:defRPr sz="2600">
                <a:solidFill>
                  <a:schemeClr val="bg1"/>
                </a:solidFill>
              </a:defRPr>
            </a:lvl3pPr>
            <a:lvl4pPr marL="850106" indent="0">
              <a:buNone/>
              <a:defRPr sz="2600">
                <a:solidFill>
                  <a:schemeClr val="bg1"/>
                </a:solidFill>
              </a:defRPr>
            </a:lvl4pPr>
            <a:lvl5pPr marL="1133475" indent="0">
              <a:buNone/>
              <a:defRPr sz="2600">
                <a:solidFill>
                  <a:schemeClr val="bg1"/>
                </a:solidFill>
              </a:defRPr>
            </a:lvl5pPr>
          </a:lstStyle>
          <a:p>
            <a:pPr lvl="0"/>
            <a:r>
              <a:rPr lang="en-US" dirty="0"/>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292609" y="196596"/>
            <a:ext cx="8596049" cy="964559"/>
          </a:xfrm>
          <a:ln w="12700">
            <a:noFill/>
          </a:ln>
        </p:spPr>
        <p:txBody>
          <a:bodyPr vert="horz" lIns="0" tIns="0" rIns="0" bIns="0" rtlCol="0" anchor="t" anchorCtr="0">
            <a:spAutoFit/>
          </a:bodyPr>
          <a:lstStyle>
            <a:lvl1pPr marL="0" indent="0">
              <a:buNone/>
              <a:defRPr lang="en-US" sz="6700" i="1" dirty="0">
                <a:ln w="38100">
                  <a:noFill/>
                </a:ln>
                <a:solidFill>
                  <a:srgbClr val="EB0000"/>
                </a:solidFill>
                <a:latin typeface="+mj-lt"/>
                <a:ea typeface="+mj-ea"/>
                <a:cs typeface="+mj-cs"/>
              </a:defRPr>
            </a:lvl1pPr>
          </a:lstStyle>
          <a:p>
            <a:pPr marL="142875" lvl="0" indent="-142875" fontAlgn="b">
              <a:lnSpc>
                <a:spcPct val="112000"/>
              </a:lnSpc>
              <a:spcBef>
                <a:spcPct val="0"/>
              </a:spcBef>
            </a:pPr>
            <a:r>
              <a:rPr lang="en-US" dirty="0"/>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345387" y="5407018"/>
            <a:ext cx="8553450" cy="276999"/>
          </a:xfrm>
        </p:spPr>
        <p:txBody>
          <a:bodyPr vert="horz" lIns="0" tIns="0" rIns="0" bIns="0" rtlCol="0">
            <a:spAutoFit/>
          </a:bodyPr>
          <a:lstStyle>
            <a:lvl1pPr marL="0" indent="0">
              <a:buNone/>
              <a:defRPr lang="en-US" sz="1800" smtClean="0">
                <a:solidFill>
                  <a:schemeClr val="tx1"/>
                </a:solidFill>
              </a:defRPr>
            </a:lvl1pPr>
            <a:lvl2pPr>
              <a:defRPr lang="en-US" smtClean="0"/>
            </a:lvl2pPr>
            <a:lvl3pPr>
              <a:defRPr lang="en-US" smtClean="0"/>
            </a:lvl3pPr>
            <a:lvl4pPr>
              <a:defRPr lang="en-US" smtClean="0"/>
            </a:lvl4pPr>
            <a:lvl5pPr>
              <a:defRPr lang="en-US"/>
            </a:lvl5pPr>
          </a:lstStyle>
          <a:p>
            <a:pPr marL="142875" lvl="0" indent="-142875"/>
            <a:r>
              <a:rPr lang="en-US" dirty="0"/>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640908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36024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071844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30708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73348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092885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495953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1015440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F17E2B4D-67B4-3646-88A9-CFDDEEDDA8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F7F2E8EC-ADB8-6948-8BDB-5533FAF38B8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04029D90-B1F2-5741-A076-7B567472D6D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0202393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8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dirty="0"/>
              <a:t>Click icon in the center of slide to add picture</a:t>
            </a:r>
          </a:p>
          <a:p>
            <a:endParaRPr lang="en-US" dirty="0"/>
          </a:p>
          <a:p>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6DCC27A8-9DE9-5643-9AC4-300A406ABA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3B644D4-D08F-934E-8F5A-20A1DE7716A6}"/>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6F1F298-0170-AC4B-9060-E3B73E87615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65109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dirty="0"/>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EDB8C4FC-FBFC-5346-82FD-C044C5383FB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6" name="Slide Number Placeholder 5">
            <a:extLst>
              <a:ext uri="{FF2B5EF4-FFF2-40B4-BE49-F238E27FC236}">
                <a16:creationId xmlns:a16="http://schemas.microsoft.com/office/drawing/2014/main" id="{B0AB6D74-B190-4D44-990A-8B8558A5A50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12639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BE506436-58B7-9049-8168-84C3B6E662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726819C-12C6-3749-B173-1CA473A524D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261F191C-2FA8-A846-805C-F6D4D2B7A7F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790862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60830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40" y="3902784"/>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F1597FD9-D017-D249-9B0B-77A66CDDA5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464A1CE8-1E79-7642-95C9-27094C03447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79D511E2-1B60-2E47-9146-07693D83C24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286134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B8DD5DF0-E111-6142-8863-A30B419643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C493C235-5CD8-2341-8D0C-682DF428E0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998A19E2-38FE-FF45-A7F9-99D4FFA72BA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7009099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slide to add picture</a:t>
            </a:r>
          </a:p>
          <a:p>
            <a:pPr marR="0" lvl="0" fontAlgn="auto">
              <a:buSzTx/>
              <a:tabLst/>
            </a:pPr>
            <a:endParaRPr lang="en-US" dirty="0"/>
          </a:p>
          <a:p>
            <a:pPr marR="0" lvl="0" fontAlgn="auto">
              <a:buSzTx/>
              <a:tabLst/>
            </a:pP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B0FDB801-F8F5-7443-9A86-15B98C81A0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BDE7E31-E329-F042-B1A5-CFA50EE7360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7855B2D-8955-004A-AB6C-55EE9BD03D2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7667746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6000" y="365760"/>
            <a:ext cx="2878074" cy="203454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EA9F37C6-3426-9248-9D21-11CD283731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9F12A5AD-E5E7-B147-9A16-73DABEB014C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60A66B2C-807F-3946-844E-B5B2E1EDFA2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3010316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dirty="0"/>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3238501" y="312485"/>
            <a:ext cx="8580301"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C58B8EE0-C966-5340-9543-A3A1D90999B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F796A77B-EE90-9741-A30B-1501B13ABDE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2061918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2F0D26EB-3461-5648-9015-ABE94DB76E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B3AB10A3-9A6E-1245-B2CD-193CAEAD446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EC026F6A-6F3F-F444-8376-96AF59BE2C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5061070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6096000"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7" y="269748"/>
            <a:ext cx="5188503"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3911602"/>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0"/>
            <a:ext cx="6094476" cy="3429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3563605"/>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3563605"/>
            <a:ext cx="253243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3563605"/>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3911077"/>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3911077"/>
            <a:ext cx="2528905"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3911077"/>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94E48EC5-AF1A-664A-982F-08A0BB0CDC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9CC2D313-4FD8-F74B-8006-534E635A217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BEF1EB87-2717-B14C-A85B-6055AB5B891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59724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6096000" cy="190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5647944" cy="484043"/>
          </a:xfrm>
          <a:ln w="12700">
            <a:noFill/>
          </a:ln>
        </p:spPr>
        <p:txBody>
          <a:bodyPr vert="horz"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6094476" y="1"/>
            <a:ext cx="6097524" cy="1905000"/>
          </a:xfrm>
          <a:solidFill>
            <a:schemeClr val="bg1">
              <a:lumMod val="75000"/>
            </a:schemeClr>
          </a:solidFill>
        </p:spPr>
        <p:txBody>
          <a:bodyPr/>
          <a:lstStyle>
            <a:lvl1pPr marL="142875" marR="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lvl1pPr>
          </a:lstStyle>
          <a:p>
            <a:pPr marL="142875" marR="0" lvl="0" indent="-142875" algn="l" defTabSz="914400" rtl="0" eaLnBrk="1" fontAlgn="auto" latinLnBrk="0" hangingPunct="1">
              <a:lnSpc>
                <a:spcPct val="100000"/>
              </a:lnSpc>
              <a:spcBef>
                <a:spcPts val="0"/>
              </a:spcBef>
              <a:spcAft>
                <a:spcPts val="15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kern="1200" dirty="0">
                <a:ln w="3175">
                  <a:noFill/>
                </a:ln>
                <a:solidFill>
                  <a:schemeClr val="tx2"/>
                </a:solidFill>
                <a:latin typeface="+mn-lt"/>
                <a:ea typeface="+mn-ea"/>
                <a:cs typeface="+mn-cs"/>
              </a:defRPr>
            </a:lvl1pPr>
          </a:lstStyle>
          <a:p>
            <a:pPr marL="0" lvl="0" indent="0" algn="l" defTabSz="914400" rtl="0" eaLnBrk="1" fontAlgn="base" latinLnBrk="0" hangingPunct="1">
              <a:lnSpc>
                <a:spcPct val="100000"/>
              </a:lnSpc>
              <a:spcBef>
                <a:spcPts val="0"/>
              </a:spcBef>
              <a:spcAft>
                <a:spcPts val="1500"/>
              </a:spcAft>
              <a:buClr>
                <a:schemeClr val="tx2"/>
              </a:buClr>
              <a:buFont typeface="Arial" panose="020B0604020202020204" pitchFamily="34" charset="0"/>
              <a:buNone/>
            </a:pPr>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6D7C4D85-1130-354D-9FB2-15A75E2C91D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E676B79-96D9-E445-8ECA-D492E74A78C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C4B45379-7E83-7142-A621-344CBEDEFAB2}"/>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024669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323850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C8644A06-73D5-2D47-B994-49E6117E38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30F2A19-5020-714F-93CC-134F12BEE21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E03C7475-E793-9548-BDDF-C0057ED0969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5687031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6094476" y="365760"/>
            <a:ext cx="2878074" cy="203454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1500"/>
              </a:spcAft>
              <a:buFont typeface="Arial" panose="020B0604020202020204" pitchFamily="34" charset="0"/>
            </a:pPr>
            <a:r>
              <a:rPr lang="en-US"/>
              <a:t>Click to edit Master title style</a:t>
            </a:r>
            <a:endParaRPr lang="en-US" dirty="0"/>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8972550" y="2400300"/>
            <a:ext cx="2857500" cy="20574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 7">
            <a:extLst>
              <a:ext uri="{FF2B5EF4-FFF2-40B4-BE49-F238E27FC236}">
                <a16:creationId xmlns:a16="http://schemas.microsoft.com/office/drawing/2014/main" id="{F2ABCBA4-78C1-204D-8770-053BDD42271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8644948A-80FF-B34D-B66B-15D71EBED9B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A90C47F5-8F80-E74B-BD16-237A93C3240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214603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4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238500" y="361951"/>
            <a:ext cx="558006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255963" y="2677068"/>
            <a:ext cx="5562600" cy="307777"/>
          </a:xfrm>
          <a:prstGeom prst="rect">
            <a:avLst/>
          </a:prstGeom>
        </p:spPr>
        <p:txBody>
          <a:bodyPr vert="horz"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9" name="AutoShape 34">
            <a:extLst>
              <a:ext uri="{FF2B5EF4-FFF2-40B4-BE49-F238E27FC236}">
                <a16:creationId xmlns:a16="http://schemas.microsoft.com/office/drawing/2014/main" id="{8A34B69A-DB2F-481F-8211-1F895D0B4F81}"/>
              </a:ext>
            </a:extLst>
          </p:cNvPr>
          <p:cNvSpPr>
            <a:spLocks noChangeAspect="1" noChangeArrowheads="1" noTextEdit="1"/>
          </p:cNvSpPr>
          <p:nvPr userDrawn="1"/>
        </p:nvSpPr>
        <p:spPr bwMode="auto">
          <a:xfrm>
            <a:off x="0" y="1751013"/>
            <a:ext cx="2744788"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0" name="Group 49">
            <a:extLst>
              <a:ext uri="{FF2B5EF4-FFF2-40B4-BE49-F238E27FC236}">
                <a16:creationId xmlns:a16="http://schemas.microsoft.com/office/drawing/2014/main" id="{2C577578-FCFC-494F-AA0B-626BC085B96E}"/>
              </a:ext>
            </a:extLst>
          </p:cNvPr>
          <p:cNvGrpSpPr/>
          <p:nvPr userDrawn="1"/>
        </p:nvGrpSpPr>
        <p:grpSpPr>
          <a:xfrm>
            <a:off x="-3175" y="1765301"/>
            <a:ext cx="2735263" cy="1368425"/>
            <a:chOff x="-3175" y="1765301"/>
            <a:chExt cx="2735263" cy="1368425"/>
          </a:xfrm>
        </p:grpSpPr>
        <p:sp>
          <p:nvSpPr>
            <p:cNvPr id="40" name="Line 36">
              <a:extLst>
                <a:ext uri="{FF2B5EF4-FFF2-40B4-BE49-F238E27FC236}">
                  <a16:creationId xmlns:a16="http://schemas.microsoft.com/office/drawing/2014/main" id="{465A753A-1CC4-4BC0-9E5F-69F34F229FBF}"/>
                </a:ext>
              </a:extLst>
            </p:cNvPr>
            <p:cNvSpPr>
              <a:spLocks noChangeShapeType="1"/>
            </p:cNvSpPr>
            <p:nvPr userDrawn="1"/>
          </p:nvSpPr>
          <p:spPr bwMode="auto">
            <a:xfrm flipH="1">
              <a:off x="-3175" y="2449513"/>
              <a:ext cx="26368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ine 37">
              <a:extLst>
                <a:ext uri="{FF2B5EF4-FFF2-40B4-BE49-F238E27FC236}">
                  <a16:creationId xmlns:a16="http://schemas.microsoft.com/office/drawing/2014/main" id="{A5B37636-EF19-4465-BD54-254B115949B8}"/>
                </a:ext>
              </a:extLst>
            </p:cNvPr>
            <p:cNvSpPr>
              <a:spLocks noChangeShapeType="1"/>
            </p:cNvSpPr>
            <p:nvPr userDrawn="1"/>
          </p:nvSpPr>
          <p:spPr bwMode="auto">
            <a:xfrm flipH="1">
              <a:off x="-3175" y="3082926"/>
              <a:ext cx="20653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Oval 38">
              <a:extLst>
                <a:ext uri="{FF2B5EF4-FFF2-40B4-BE49-F238E27FC236}">
                  <a16:creationId xmlns:a16="http://schemas.microsoft.com/office/drawing/2014/main" id="{6E7F6813-79C5-4B28-86D4-6DC004BCE682}"/>
                </a:ext>
              </a:extLst>
            </p:cNvPr>
            <p:cNvSpPr>
              <a:spLocks noChangeArrowheads="1"/>
            </p:cNvSpPr>
            <p:nvPr userDrawn="1"/>
          </p:nvSpPr>
          <p:spPr bwMode="auto">
            <a:xfrm>
              <a:off x="2062163" y="3033713"/>
              <a:ext cx="98425" cy="100013"/>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39">
              <a:extLst>
                <a:ext uri="{FF2B5EF4-FFF2-40B4-BE49-F238E27FC236}">
                  <a16:creationId xmlns:a16="http://schemas.microsoft.com/office/drawing/2014/main" id="{083926FF-08A3-4CEF-B64D-4A0534D88A9F}"/>
                </a:ext>
              </a:extLst>
            </p:cNvPr>
            <p:cNvSpPr>
              <a:spLocks noChangeShapeType="1"/>
            </p:cNvSpPr>
            <p:nvPr userDrawn="1"/>
          </p:nvSpPr>
          <p:spPr bwMode="auto">
            <a:xfrm flipH="1">
              <a:off x="-3175" y="1816101"/>
              <a:ext cx="20653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Oval 40">
              <a:extLst>
                <a:ext uri="{FF2B5EF4-FFF2-40B4-BE49-F238E27FC236}">
                  <a16:creationId xmlns:a16="http://schemas.microsoft.com/office/drawing/2014/main" id="{B14B28F9-1AD9-494B-AF05-9DB5AA1D2B4D}"/>
                </a:ext>
              </a:extLst>
            </p:cNvPr>
            <p:cNvSpPr>
              <a:spLocks noChangeArrowheads="1"/>
            </p:cNvSpPr>
            <p:nvPr userDrawn="1"/>
          </p:nvSpPr>
          <p:spPr bwMode="auto">
            <a:xfrm>
              <a:off x="2062163" y="1765301"/>
              <a:ext cx="98425" cy="100013"/>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41">
              <a:extLst>
                <a:ext uri="{FF2B5EF4-FFF2-40B4-BE49-F238E27FC236}">
                  <a16:creationId xmlns:a16="http://schemas.microsoft.com/office/drawing/2014/main" id="{E5C65434-94AB-4EF7-A650-B54383B2A1EB}"/>
                </a:ext>
              </a:extLst>
            </p:cNvPr>
            <p:cNvSpPr>
              <a:spLocks noChangeShapeType="1"/>
            </p:cNvSpPr>
            <p:nvPr userDrawn="1"/>
          </p:nvSpPr>
          <p:spPr bwMode="auto">
            <a:xfrm flipH="1">
              <a:off x="-3175" y="2767013"/>
              <a:ext cx="2349500"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Oval 42">
              <a:extLst>
                <a:ext uri="{FF2B5EF4-FFF2-40B4-BE49-F238E27FC236}">
                  <a16:creationId xmlns:a16="http://schemas.microsoft.com/office/drawing/2014/main" id="{80C08853-38B7-4520-B578-CA5E42BA9FF0}"/>
                </a:ext>
              </a:extLst>
            </p:cNvPr>
            <p:cNvSpPr>
              <a:spLocks noChangeArrowheads="1"/>
            </p:cNvSpPr>
            <p:nvPr userDrawn="1"/>
          </p:nvSpPr>
          <p:spPr bwMode="auto">
            <a:xfrm>
              <a:off x="2346325" y="2717801"/>
              <a:ext cx="100013" cy="98425"/>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43">
              <a:extLst>
                <a:ext uri="{FF2B5EF4-FFF2-40B4-BE49-F238E27FC236}">
                  <a16:creationId xmlns:a16="http://schemas.microsoft.com/office/drawing/2014/main" id="{C739C4FA-1283-401E-B5B8-7BB3BCB4038B}"/>
                </a:ext>
              </a:extLst>
            </p:cNvPr>
            <p:cNvSpPr>
              <a:spLocks noChangeShapeType="1"/>
            </p:cNvSpPr>
            <p:nvPr userDrawn="1"/>
          </p:nvSpPr>
          <p:spPr bwMode="auto">
            <a:xfrm flipH="1">
              <a:off x="-3175" y="2132013"/>
              <a:ext cx="2349500"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Oval 44">
              <a:extLst>
                <a:ext uri="{FF2B5EF4-FFF2-40B4-BE49-F238E27FC236}">
                  <a16:creationId xmlns:a16="http://schemas.microsoft.com/office/drawing/2014/main" id="{5A62A4C1-32CA-4650-B880-F843C1AF3B36}"/>
                </a:ext>
              </a:extLst>
            </p:cNvPr>
            <p:cNvSpPr>
              <a:spLocks noChangeArrowheads="1"/>
            </p:cNvSpPr>
            <p:nvPr userDrawn="1"/>
          </p:nvSpPr>
          <p:spPr bwMode="auto">
            <a:xfrm>
              <a:off x="2346325" y="2082801"/>
              <a:ext cx="100013" cy="100013"/>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Oval 45">
              <a:extLst>
                <a:ext uri="{FF2B5EF4-FFF2-40B4-BE49-F238E27FC236}">
                  <a16:creationId xmlns:a16="http://schemas.microsoft.com/office/drawing/2014/main" id="{6E50DC05-0EBC-4191-90F4-581CB7E71953}"/>
                </a:ext>
              </a:extLst>
            </p:cNvPr>
            <p:cNvSpPr>
              <a:spLocks noChangeArrowheads="1"/>
            </p:cNvSpPr>
            <p:nvPr userDrawn="1"/>
          </p:nvSpPr>
          <p:spPr bwMode="auto">
            <a:xfrm>
              <a:off x="2633663" y="2400301"/>
              <a:ext cx="98425" cy="98425"/>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37" name="Graphic 36">
            <a:extLst>
              <a:ext uri="{FF2B5EF4-FFF2-40B4-BE49-F238E27FC236}">
                <a16:creationId xmlns:a16="http://schemas.microsoft.com/office/drawing/2014/main" id="{21CD6E00-C949-FB43-896D-F015F9A8EC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51" name="Graphic 50">
            <a:extLst>
              <a:ext uri="{FF2B5EF4-FFF2-40B4-BE49-F238E27FC236}">
                <a16:creationId xmlns:a16="http://schemas.microsoft.com/office/drawing/2014/main" id="{A6737A6B-24D0-AC4C-89D3-0ACDD975700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41279" y="5858329"/>
            <a:ext cx="1453896" cy="692331"/>
          </a:xfrm>
          <a:prstGeom prst="rect">
            <a:avLst/>
          </a:prstGeom>
        </p:spPr>
      </p:pic>
    </p:spTree>
    <p:extLst>
      <p:ext uri="{BB962C8B-B14F-4D97-AF65-F5344CB8AC3E}">
        <p14:creationId xmlns:p14="http://schemas.microsoft.com/office/powerpoint/2010/main" val="25806076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64EAD06-EE63-1C40-A92B-C658E4897F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10" name="Graphic 9">
            <a:extLst>
              <a:ext uri="{FF2B5EF4-FFF2-40B4-BE49-F238E27FC236}">
                <a16:creationId xmlns:a16="http://schemas.microsoft.com/office/drawing/2014/main" id="{A6C1FFB7-434C-084B-B199-F727E2E4B4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035800" y="0"/>
            <a:ext cx="5156200" cy="6858000"/>
          </a:xfrm>
          <a:prstGeom prst="rect">
            <a:avLst/>
          </a:prstGeom>
        </p:spPr>
      </p:pic>
      <p:sp>
        <p:nvSpPr>
          <p:cNvPr id="7" name="Title 1">
            <a:extLst>
              <a:ext uri="{FF2B5EF4-FFF2-40B4-BE49-F238E27FC236}">
                <a16:creationId xmlns:a16="http://schemas.microsoft.com/office/drawing/2014/main" id="{5EE9E289-22EA-784C-A193-990DBDF1BB84}"/>
              </a:ext>
            </a:extLst>
          </p:cNvPr>
          <p:cNvSpPr>
            <a:spLocks noGrp="1"/>
          </p:cNvSpPr>
          <p:nvPr>
            <p:ph type="ctrTitle" hasCustomPrompt="1"/>
          </p:nvPr>
        </p:nvSpPr>
        <p:spPr>
          <a:xfrm>
            <a:off x="323545" y="238299"/>
            <a:ext cx="7141464" cy="2198935"/>
          </a:xfrm>
          <a:prstGeom prst="rect">
            <a:avLst/>
          </a:prstGeom>
        </p:spPr>
        <p:txBody>
          <a:bodyPr lIns="0" tIns="0" rIns="0" bIns="0" anchor="b" anchorCtr="0">
            <a:spAutoFit/>
          </a:bodyPr>
          <a:lstStyle>
            <a:lvl1pPr algn="l" fontAlgn="b">
              <a:lnSpc>
                <a:spcPct val="112000"/>
              </a:lnSpc>
              <a:defRPr sz="4500">
                <a:solidFill>
                  <a:schemeClr val="tx2"/>
                </a:solidFill>
              </a:defRPr>
            </a:lvl1pPr>
          </a:lstStyle>
          <a:p>
            <a:r>
              <a:rPr lang="en-US" dirty="0"/>
              <a:t>Title with</a:t>
            </a:r>
            <a:br>
              <a:rPr lang="en-US" dirty="0"/>
            </a:br>
            <a:r>
              <a:rPr lang="en-US" dirty="0"/>
              <a:t>multiple lines</a:t>
            </a:r>
            <a:br>
              <a:rPr lang="en-US" dirty="0"/>
            </a:br>
            <a:r>
              <a:rPr lang="en-US" dirty="0"/>
              <a:t>here</a:t>
            </a:r>
          </a:p>
        </p:txBody>
      </p:sp>
      <p:sp>
        <p:nvSpPr>
          <p:cNvPr id="9" name="Subtitle 2">
            <a:extLst>
              <a:ext uri="{FF2B5EF4-FFF2-40B4-BE49-F238E27FC236}">
                <a16:creationId xmlns:a16="http://schemas.microsoft.com/office/drawing/2014/main" id="{F07BFDF9-3BC9-8446-818B-3999A74272B7}"/>
              </a:ext>
            </a:extLst>
          </p:cNvPr>
          <p:cNvSpPr>
            <a:spLocks noGrp="1"/>
          </p:cNvSpPr>
          <p:nvPr>
            <p:ph type="subTitle" idx="1" hasCustomPrompt="1"/>
          </p:nvPr>
        </p:nvSpPr>
        <p:spPr>
          <a:xfrm>
            <a:off x="338658" y="2513255"/>
            <a:ext cx="7141464" cy="400110"/>
          </a:xfrm>
          <a:prstGeom prst="rect">
            <a:avLst/>
          </a:prstGeom>
        </p:spPr>
        <p:txBody>
          <a:bodyPr lIns="0" tIns="0" rIns="0" bIns="0" anchor="t">
            <a:spAutoFit/>
          </a:bodyPr>
          <a:lstStyle>
            <a:lvl1pPr marL="0" indent="0" algn="l">
              <a:buNone/>
              <a:defRPr sz="2600">
                <a:ln>
                  <a:noFill/>
                </a:l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11" name="Text Placeholder 16">
            <a:extLst>
              <a:ext uri="{FF2B5EF4-FFF2-40B4-BE49-F238E27FC236}">
                <a16:creationId xmlns:a16="http://schemas.microsoft.com/office/drawing/2014/main" id="{249162FD-3123-6E49-96E8-448685A8D0E6}"/>
              </a:ext>
            </a:extLst>
          </p:cNvPr>
          <p:cNvSpPr>
            <a:spLocks noGrp="1"/>
          </p:cNvSpPr>
          <p:nvPr>
            <p:ph type="body" sz="quarter" idx="10" hasCustomPrompt="1"/>
          </p:nvPr>
        </p:nvSpPr>
        <p:spPr>
          <a:xfrm>
            <a:off x="348870" y="4901789"/>
            <a:ext cx="5686425" cy="461665"/>
          </a:xfrm>
          <a:prstGeom prst="rect">
            <a:avLst/>
          </a:prstGeom>
        </p:spPr>
        <p:txBody>
          <a:bodyPr lIns="0" tIns="0" rIns="0" bIns="0">
            <a:spAutoFit/>
          </a:bodyPr>
          <a:lstStyle>
            <a:lvl1pPr marL="0" indent="0">
              <a:spcBef>
                <a:spcPts val="0"/>
              </a:spcBef>
              <a:buNone/>
              <a:defRPr/>
            </a:lvl1pPr>
          </a:lstStyle>
          <a:p>
            <a:pPr lvl="0"/>
            <a:r>
              <a:rPr lang="en-US" dirty="0"/>
              <a:t>Name goes here</a:t>
            </a:r>
            <a:br>
              <a:rPr lang="en-US" dirty="0"/>
            </a:br>
            <a:r>
              <a:rPr lang="en-US" dirty="0"/>
              <a:t>Position goes here</a:t>
            </a:r>
          </a:p>
        </p:txBody>
      </p:sp>
    </p:spTree>
    <p:extLst>
      <p:ext uri="{BB962C8B-B14F-4D97-AF65-F5344CB8AC3E}">
        <p14:creationId xmlns:p14="http://schemas.microsoft.com/office/powerpoint/2010/main" val="13830722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rgbClr val="EB0000"/>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10" name="Graphic 9">
            <a:extLst>
              <a:ext uri="{FF2B5EF4-FFF2-40B4-BE49-F238E27FC236}">
                <a16:creationId xmlns:a16="http://schemas.microsoft.com/office/drawing/2014/main" id="{6BFD6596-E3A5-F44B-AB83-152512C77AA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035800" y="0"/>
            <a:ext cx="5156200" cy="6858000"/>
          </a:xfrm>
          <a:prstGeom prst="rect">
            <a:avLst/>
          </a:prstGeom>
        </p:spPr>
      </p:pic>
      <p:sp>
        <p:nvSpPr>
          <p:cNvPr id="12" name="Title 1">
            <a:extLst>
              <a:ext uri="{FF2B5EF4-FFF2-40B4-BE49-F238E27FC236}">
                <a16:creationId xmlns:a16="http://schemas.microsoft.com/office/drawing/2014/main" id="{6ECEC14B-3312-E941-8AB7-85F266DD295D}"/>
              </a:ext>
            </a:extLst>
          </p:cNvPr>
          <p:cNvSpPr>
            <a:spLocks noGrp="1"/>
          </p:cNvSpPr>
          <p:nvPr>
            <p:ph type="ctrTitle" hasCustomPrompt="1"/>
          </p:nvPr>
        </p:nvSpPr>
        <p:spPr>
          <a:xfrm>
            <a:off x="323545" y="238299"/>
            <a:ext cx="7141464" cy="2198935"/>
          </a:xfrm>
          <a:prstGeom prst="rect">
            <a:avLst/>
          </a:prstGeom>
        </p:spPr>
        <p:txBody>
          <a:bodyPr lIns="0" tIns="0" rIns="0" bIns="0" anchor="b" anchorCtr="0">
            <a:spAutoFit/>
          </a:bodyPr>
          <a:lstStyle>
            <a:lvl1pPr algn="l" fontAlgn="b">
              <a:lnSpc>
                <a:spcPct val="112000"/>
              </a:lnSpc>
              <a:defRPr sz="4500">
                <a:solidFill>
                  <a:schemeClr val="bg1"/>
                </a:solidFill>
              </a:defRPr>
            </a:lvl1pPr>
          </a:lstStyle>
          <a:p>
            <a:r>
              <a:rPr lang="en-US" dirty="0"/>
              <a:t>Title with</a:t>
            </a:r>
            <a:br>
              <a:rPr lang="en-US" dirty="0"/>
            </a:br>
            <a:r>
              <a:rPr lang="en-US" dirty="0"/>
              <a:t>multiple lines</a:t>
            </a:r>
            <a:br>
              <a:rPr lang="en-US" dirty="0"/>
            </a:br>
            <a:r>
              <a:rPr lang="en-US" dirty="0"/>
              <a:t>here</a:t>
            </a:r>
          </a:p>
        </p:txBody>
      </p:sp>
      <p:sp>
        <p:nvSpPr>
          <p:cNvPr id="13" name="Subtitle 2">
            <a:extLst>
              <a:ext uri="{FF2B5EF4-FFF2-40B4-BE49-F238E27FC236}">
                <a16:creationId xmlns:a16="http://schemas.microsoft.com/office/drawing/2014/main" id="{7AA35354-0685-FA4C-BEA2-905500A6DEE5}"/>
              </a:ext>
            </a:extLst>
          </p:cNvPr>
          <p:cNvSpPr>
            <a:spLocks noGrp="1"/>
          </p:cNvSpPr>
          <p:nvPr>
            <p:ph type="subTitle" idx="1" hasCustomPrompt="1"/>
          </p:nvPr>
        </p:nvSpPr>
        <p:spPr>
          <a:xfrm>
            <a:off x="338658" y="2513255"/>
            <a:ext cx="7141464" cy="400110"/>
          </a:xfrm>
          <a:prstGeom prst="rect">
            <a:avLst/>
          </a:prstGeom>
        </p:spPr>
        <p:txBody>
          <a:bodyPr lIns="0" tIns="0" rIns="0" bIns="0" anchor="t">
            <a:spAutoFit/>
          </a:bodyPr>
          <a:lstStyle>
            <a:lvl1pPr marL="0" indent="0" algn="l">
              <a:buNone/>
              <a:defRPr sz="26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4901789"/>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Tree>
    <p:extLst>
      <p:ext uri="{BB962C8B-B14F-4D97-AF65-F5344CB8AC3E}">
        <p14:creationId xmlns:p14="http://schemas.microsoft.com/office/powerpoint/2010/main" val="3005012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12" name="Graphic 11">
            <a:extLst>
              <a:ext uri="{FF2B5EF4-FFF2-40B4-BE49-F238E27FC236}">
                <a16:creationId xmlns:a16="http://schemas.microsoft.com/office/drawing/2014/main" id="{56D6CE03-A357-4F48-9540-C70336DEB7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035800" y="0"/>
            <a:ext cx="5156200" cy="6858000"/>
          </a:xfrm>
          <a:prstGeom prst="rect">
            <a:avLst/>
          </a:prstGeom>
        </p:spPr>
      </p:pic>
      <p:sp>
        <p:nvSpPr>
          <p:cNvPr id="7" name="Title 1">
            <a:extLst>
              <a:ext uri="{FF2B5EF4-FFF2-40B4-BE49-F238E27FC236}">
                <a16:creationId xmlns:a16="http://schemas.microsoft.com/office/drawing/2014/main" id="{5FAF0DBB-E02D-B147-B4A6-7F79832F3052}"/>
              </a:ext>
            </a:extLst>
          </p:cNvPr>
          <p:cNvSpPr>
            <a:spLocks noGrp="1"/>
          </p:cNvSpPr>
          <p:nvPr>
            <p:ph type="ctrTitle" hasCustomPrompt="1"/>
          </p:nvPr>
        </p:nvSpPr>
        <p:spPr>
          <a:xfrm>
            <a:off x="323545" y="238299"/>
            <a:ext cx="7141464" cy="2198935"/>
          </a:xfrm>
          <a:prstGeom prst="rect">
            <a:avLst/>
          </a:prstGeom>
        </p:spPr>
        <p:txBody>
          <a:bodyPr lIns="0" tIns="0" rIns="0" bIns="0" anchor="b" anchorCtr="0">
            <a:spAutoFit/>
          </a:bodyPr>
          <a:lstStyle>
            <a:lvl1pPr algn="l" fontAlgn="b">
              <a:lnSpc>
                <a:spcPct val="112000"/>
              </a:lnSpc>
              <a:defRPr sz="4500">
                <a:solidFill>
                  <a:schemeClr val="tx2"/>
                </a:solidFill>
              </a:defRPr>
            </a:lvl1pPr>
          </a:lstStyle>
          <a:p>
            <a:r>
              <a:rPr lang="en-US" dirty="0"/>
              <a:t>Title with</a:t>
            </a:r>
            <a:br>
              <a:rPr lang="en-US" dirty="0"/>
            </a:br>
            <a:r>
              <a:rPr lang="en-US" dirty="0"/>
              <a:t>multiple lines</a:t>
            </a:r>
            <a:br>
              <a:rPr lang="en-US" dirty="0"/>
            </a:br>
            <a:r>
              <a:rPr lang="en-US" dirty="0"/>
              <a:t>here</a:t>
            </a:r>
          </a:p>
        </p:txBody>
      </p:sp>
      <p:sp>
        <p:nvSpPr>
          <p:cNvPr id="8" name="Subtitle 2">
            <a:extLst>
              <a:ext uri="{FF2B5EF4-FFF2-40B4-BE49-F238E27FC236}">
                <a16:creationId xmlns:a16="http://schemas.microsoft.com/office/drawing/2014/main" id="{EBF8E17E-50A5-2844-8F3E-CC055D9F84C1}"/>
              </a:ext>
            </a:extLst>
          </p:cNvPr>
          <p:cNvSpPr>
            <a:spLocks noGrp="1"/>
          </p:cNvSpPr>
          <p:nvPr>
            <p:ph type="subTitle" idx="1" hasCustomPrompt="1"/>
          </p:nvPr>
        </p:nvSpPr>
        <p:spPr>
          <a:xfrm>
            <a:off x="338658" y="2513255"/>
            <a:ext cx="7141464" cy="400110"/>
          </a:xfrm>
          <a:prstGeom prst="rect">
            <a:avLst/>
          </a:prstGeom>
        </p:spPr>
        <p:txBody>
          <a:bodyPr lIns="0" tIns="0" rIns="0" bIns="0" anchor="t">
            <a:spAutoFit/>
          </a:bodyPr>
          <a:lstStyle>
            <a:lvl1pPr marL="0" indent="0" algn="l">
              <a:buNone/>
              <a:defRPr sz="2600">
                <a:ln>
                  <a:noFill/>
                </a:l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48870" y="4901789"/>
            <a:ext cx="5686425" cy="461665"/>
          </a:xfrm>
          <a:prstGeom prst="rect">
            <a:avLst/>
          </a:prstGeom>
        </p:spPr>
        <p:txBody>
          <a:bodyPr lIns="0" tIns="0" rIns="0" bIns="0">
            <a:spAutoFit/>
          </a:bodyPr>
          <a:lstStyle>
            <a:lvl1pPr marL="0" indent="0">
              <a:spcBef>
                <a:spcPts val="0"/>
              </a:spcBef>
              <a:buNone/>
              <a:defRPr/>
            </a:lvl1pPr>
          </a:lstStyle>
          <a:p>
            <a:pPr lvl="0"/>
            <a:r>
              <a:rPr lang="en-US" dirty="0"/>
              <a:t>Name goes here</a:t>
            </a:r>
            <a:br>
              <a:rPr lang="en-US" dirty="0"/>
            </a:br>
            <a:r>
              <a:rPr lang="en-US" dirty="0"/>
              <a:t>Position goes here</a:t>
            </a:r>
          </a:p>
        </p:txBody>
      </p:sp>
    </p:spTree>
    <p:extLst>
      <p:ext uri="{BB962C8B-B14F-4D97-AF65-F5344CB8AC3E}">
        <p14:creationId xmlns:p14="http://schemas.microsoft.com/office/powerpoint/2010/main" val="7988780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Solving Together Maze">
    <p:bg>
      <p:bgPr>
        <a:solidFill>
          <a:srgbClr val="EB0000"/>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7F1F1948-73FC-3C48-93C6-AA5E198A096E}"/>
              </a:ext>
            </a:extLst>
          </p:cNvPr>
          <p:cNvGrpSpPr/>
          <p:nvPr userDrawn="1"/>
        </p:nvGrpSpPr>
        <p:grpSpPr>
          <a:xfrm>
            <a:off x="5918200" y="3071813"/>
            <a:ext cx="2641601" cy="1677988"/>
            <a:chOff x="5918200" y="3071813"/>
            <a:chExt cx="2641601" cy="1677988"/>
          </a:xfrm>
        </p:grpSpPr>
        <p:sp>
          <p:nvSpPr>
            <p:cNvPr id="34" name="Freeform 13">
              <a:extLst>
                <a:ext uri="{FF2B5EF4-FFF2-40B4-BE49-F238E27FC236}">
                  <a16:creationId xmlns:a16="http://schemas.microsoft.com/office/drawing/2014/main" id="{C509C209-2ACE-494C-8A88-4FA66BFBCDDE}"/>
                </a:ext>
              </a:extLst>
            </p:cNvPr>
            <p:cNvSpPr>
              <a:spLocks/>
            </p:cNvSpPr>
            <p:nvPr userDrawn="1"/>
          </p:nvSpPr>
          <p:spPr bwMode="auto">
            <a:xfrm>
              <a:off x="7994650" y="4386263"/>
              <a:ext cx="179388" cy="363538"/>
            </a:xfrm>
            <a:custGeom>
              <a:avLst/>
              <a:gdLst>
                <a:gd name="T0" fmla="*/ 0 w 63"/>
                <a:gd name="T1" fmla="*/ 128 h 128"/>
                <a:gd name="T2" fmla="*/ 62 w 63"/>
                <a:gd name="T3" fmla="*/ 66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14">
              <a:extLst>
                <a:ext uri="{FF2B5EF4-FFF2-40B4-BE49-F238E27FC236}">
                  <a16:creationId xmlns:a16="http://schemas.microsoft.com/office/drawing/2014/main" id="{33E8DBCA-408E-3F4C-8141-683F62581D7D}"/>
                </a:ext>
              </a:extLst>
            </p:cNvPr>
            <p:cNvSpPr>
              <a:spLocks/>
            </p:cNvSpPr>
            <p:nvPr userDrawn="1"/>
          </p:nvSpPr>
          <p:spPr bwMode="auto">
            <a:xfrm>
              <a:off x="7994650" y="3071813"/>
              <a:ext cx="179388" cy="363538"/>
            </a:xfrm>
            <a:custGeom>
              <a:avLst/>
              <a:gdLst>
                <a:gd name="T0" fmla="*/ 0 w 63"/>
                <a:gd name="T1" fmla="*/ 128 h 128"/>
                <a:gd name="T2" fmla="*/ 62 w 63"/>
                <a:gd name="T3" fmla="*/ 66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Freeform 15">
              <a:extLst>
                <a:ext uri="{FF2B5EF4-FFF2-40B4-BE49-F238E27FC236}">
                  <a16:creationId xmlns:a16="http://schemas.microsoft.com/office/drawing/2014/main" id="{F1E8D5F6-C646-B548-BA12-ECF203938AE6}"/>
                </a:ext>
              </a:extLst>
            </p:cNvPr>
            <p:cNvSpPr>
              <a:spLocks/>
            </p:cNvSpPr>
            <p:nvPr userDrawn="1"/>
          </p:nvSpPr>
          <p:spPr bwMode="auto">
            <a:xfrm>
              <a:off x="8380413" y="3462338"/>
              <a:ext cx="179388" cy="365125"/>
            </a:xfrm>
            <a:custGeom>
              <a:avLst/>
              <a:gdLst>
                <a:gd name="T0" fmla="*/ 0 w 63"/>
                <a:gd name="T1" fmla="*/ 128 h 128"/>
                <a:gd name="T2" fmla="*/ 62 w 63"/>
                <a:gd name="T3" fmla="*/ 67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7"/>
                    <a:pt x="62" y="67"/>
                    <a:pt x="62" y="67"/>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E9C681BB-783F-714B-9530-7C0C30EAC4CB}"/>
                </a:ext>
              </a:extLst>
            </p:cNvPr>
            <p:cNvSpPr>
              <a:spLocks/>
            </p:cNvSpPr>
            <p:nvPr userDrawn="1"/>
          </p:nvSpPr>
          <p:spPr bwMode="auto">
            <a:xfrm>
              <a:off x="8380413" y="3995738"/>
              <a:ext cx="179388" cy="363538"/>
            </a:xfrm>
            <a:custGeom>
              <a:avLst/>
              <a:gdLst>
                <a:gd name="T0" fmla="*/ 0 w 63"/>
                <a:gd name="T1" fmla="*/ 128 h 128"/>
                <a:gd name="T2" fmla="*/ 62 w 63"/>
                <a:gd name="T3" fmla="*/ 66 h 128"/>
                <a:gd name="T4" fmla="*/ 62 w 63"/>
                <a:gd name="T5" fmla="*/ 61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2"/>
                    <a:pt x="62" y="61"/>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17">
              <a:extLst>
                <a:ext uri="{FF2B5EF4-FFF2-40B4-BE49-F238E27FC236}">
                  <a16:creationId xmlns:a16="http://schemas.microsoft.com/office/drawing/2014/main" id="{F5C414DB-0F64-D440-B1EF-08F059F185CE}"/>
                </a:ext>
              </a:extLst>
            </p:cNvPr>
            <p:cNvSpPr>
              <a:spLocks/>
            </p:cNvSpPr>
            <p:nvPr userDrawn="1"/>
          </p:nvSpPr>
          <p:spPr bwMode="auto">
            <a:xfrm>
              <a:off x="5918200" y="3254375"/>
              <a:ext cx="2641600" cy="922338"/>
            </a:xfrm>
            <a:custGeom>
              <a:avLst/>
              <a:gdLst>
                <a:gd name="T0" fmla="*/ 929 w 929"/>
                <a:gd name="T1" fmla="*/ 324 h 324"/>
                <a:gd name="T2" fmla="*/ 724 w 929"/>
                <a:gd name="T3" fmla="*/ 324 h 324"/>
                <a:gd name="T4" fmla="*/ 655 w 929"/>
                <a:gd name="T5" fmla="*/ 295 h 324"/>
                <a:gd name="T6" fmla="*/ 430 w 929"/>
                <a:gd name="T7" fmla="*/ 69 h 324"/>
                <a:gd name="T8" fmla="*/ 263 w 929"/>
                <a:gd name="T9" fmla="*/ 0 h 324"/>
                <a:gd name="T10" fmla="*/ 0 w 929"/>
                <a:gd name="T11" fmla="*/ 0 h 324"/>
              </a:gdLst>
              <a:ahLst/>
              <a:cxnLst>
                <a:cxn ang="0">
                  <a:pos x="T0" y="T1"/>
                </a:cxn>
                <a:cxn ang="0">
                  <a:pos x="T2" y="T3"/>
                </a:cxn>
                <a:cxn ang="0">
                  <a:pos x="T4" y="T5"/>
                </a:cxn>
                <a:cxn ang="0">
                  <a:pos x="T6" y="T7"/>
                </a:cxn>
                <a:cxn ang="0">
                  <a:pos x="T8" y="T9"/>
                </a:cxn>
                <a:cxn ang="0">
                  <a:pos x="T10" y="T11"/>
                </a:cxn>
              </a:cxnLst>
              <a:rect l="0" t="0" r="r" b="b"/>
              <a:pathLst>
                <a:path w="929" h="324">
                  <a:moveTo>
                    <a:pt x="929" y="324"/>
                  </a:moveTo>
                  <a:cubicBezTo>
                    <a:pt x="724" y="324"/>
                    <a:pt x="724" y="324"/>
                    <a:pt x="724" y="324"/>
                  </a:cubicBezTo>
                  <a:cubicBezTo>
                    <a:pt x="698" y="324"/>
                    <a:pt x="674" y="313"/>
                    <a:pt x="655" y="295"/>
                  </a:cubicBezTo>
                  <a:cubicBezTo>
                    <a:pt x="430" y="69"/>
                    <a:pt x="430" y="69"/>
                    <a:pt x="430" y="69"/>
                  </a:cubicBezTo>
                  <a:cubicBezTo>
                    <a:pt x="385" y="25"/>
                    <a:pt x="326" y="0"/>
                    <a:pt x="263" y="0"/>
                  </a:cubicBezTo>
                  <a:cubicBezTo>
                    <a:pt x="0" y="0"/>
                    <a:pt x="0" y="0"/>
                    <a:pt x="0" y="0"/>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18">
              <a:extLst>
                <a:ext uri="{FF2B5EF4-FFF2-40B4-BE49-F238E27FC236}">
                  <a16:creationId xmlns:a16="http://schemas.microsoft.com/office/drawing/2014/main" id="{049B9626-C834-0542-9B84-705ECE1CF6E7}"/>
                </a:ext>
              </a:extLst>
            </p:cNvPr>
            <p:cNvSpPr>
              <a:spLocks/>
            </p:cNvSpPr>
            <p:nvPr userDrawn="1"/>
          </p:nvSpPr>
          <p:spPr bwMode="auto">
            <a:xfrm>
              <a:off x="5918200" y="3644900"/>
              <a:ext cx="2255838" cy="923925"/>
            </a:xfrm>
            <a:custGeom>
              <a:avLst/>
              <a:gdLst>
                <a:gd name="T0" fmla="*/ 793 w 793"/>
                <a:gd name="T1" fmla="*/ 324 h 324"/>
                <a:gd name="T2" fmla="*/ 724 w 793"/>
                <a:gd name="T3" fmla="*/ 324 h 324"/>
                <a:gd name="T4" fmla="*/ 558 w 793"/>
                <a:gd name="T5" fmla="*/ 255 h 324"/>
                <a:gd name="T6" fmla="*/ 332 w 793"/>
                <a:gd name="T7" fmla="*/ 29 h 324"/>
                <a:gd name="T8" fmla="*/ 263 w 793"/>
                <a:gd name="T9" fmla="*/ 0 h 324"/>
                <a:gd name="T10" fmla="*/ 0 w 793"/>
                <a:gd name="T11" fmla="*/ 0 h 324"/>
              </a:gdLst>
              <a:ahLst/>
              <a:cxnLst>
                <a:cxn ang="0">
                  <a:pos x="T0" y="T1"/>
                </a:cxn>
                <a:cxn ang="0">
                  <a:pos x="T2" y="T3"/>
                </a:cxn>
                <a:cxn ang="0">
                  <a:pos x="T4" y="T5"/>
                </a:cxn>
                <a:cxn ang="0">
                  <a:pos x="T6" y="T7"/>
                </a:cxn>
                <a:cxn ang="0">
                  <a:pos x="T8" y="T9"/>
                </a:cxn>
                <a:cxn ang="0">
                  <a:pos x="T10" y="T11"/>
                </a:cxn>
              </a:cxnLst>
              <a:rect l="0" t="0" r="r" b="b"/>
              <a:pathLst>
                <a:path w="793" h="324">
                  <a:moveTo>
                    <a:pt x="793" y="324"/>
                  </a:moveTo>
                  <a:cubicBezTo>
                    <a:pt x="724" y="324"/>
                    <a:pt x="724" y="324"/>
                    <a:pt x="724" y="324"/>
                  </a:cubicBezTo>
                  <a:cubicBezTo>
                    <a:pt x="662" y="324"/>
                    <a:pt x="603" y="299"/>
                    <a:pt x="558" y="255"/>
                  </a:cubicBezTo>
                  <a:cubicBezTo>
                    <a:pt x="332" y="29"/>
                    <a:pt x="332" y="29"/>
                    <a:pt x="332" y="29"/>
                  </a:cubicBezTo>
                  <a:cubicBezTo>
                    <a:pt x="314" y="11"/>
                    <a:pt x="289" y="0"/>
                    <a:pt x="263" y="0"/>
                  </a:cubicBezTo>
                  <a:cubicBezTo>
                    <a:pt x="0" y="0"/>
                    <a:pt x="0" y="0"/>
                    <a:pt x="0" y="0"/>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19">
              <a:extLst>
                <a:ext uri="{FF2B5EF4-FFF2-40B4-BE49-F238E27FC236}">
                  <a16:creationId xmlns:a16="http://schemas.microsoft.com/office/drawing/2014/main" id="{DFF9CA62-5021-2D4C-BB1B-8E8D1999AB64}"/>
                </a:ext>
              </a:extLst>
            </p:cNvPr>
            <p:cNvSpPr>
              <a:spLocks/>
            </p:cNvSpPr>
            <p:nvPr userDrawn="1"/>
          </p:nvSpPr>
          <p:spPr bwMode="auto">
            <a:xfrm>
              <a:off x="5918200" y="3644900"/>
              <a:ext cx="2641600" cy="923925"/>
            </a:xfrm>
            <a:custGeom>
              <a:avLst/>
              <a:gdLst>
                <a:gd name="T0" fmla="*/ 929 w 929"/>
                <a:gd name="T1" fmla="*/ 0 h 324"/>
                <a:gd name="T2" fmla="*/ 724 w 929"/>
                <a:gd name="T3" fmla="*/ 0 h 324"/>
                <a:gd name="T4" fmla="*/ 655 w 929"/>
                <a:gd name="T5" fmla="*/ 29 h 324"/>
                <a:gd name="T6" fmla="*/ 430 w 929"/>
                <a:gd name="T7" fmla="*/ 255 h 324"/>
                <a:gd name="T8" fmla="*/ 263 w 929"/>
                <a:gd name="T9" fmla="*/ 324 h 324"/>
                <a:gd name="T10" fmla="*/ 0 w 929"/>
                <a:gd name="T11" fmla="*/ 324 h 324"/>
              </a:gdLst>
              <a:ahLst/>
              <a:cxnLst>
                <a:cxn ang="0">
                  <a:pos x="T0" y="T1"/>
                </a:cxn>
                <a:cxn ang="0">
                  <a:pos x="T2" y="T3"/>
                </a:cxn>
                <a:cxn ang="0">
                  <a:pos x="T4" y="T5"/>
                </a:cxn>
                <a:cxn ang="0">
                  <a:pos x="T6" y="T7"/>
                </a:cxn>
                <a:cxn ang="0">
                  <a:pos x="T8" y="T9"/>
                </a:cxn>
                <a:cxn ang="0">
                  <a:pos x="T10" y="T11"/>
                </a:cxn>
              </a:cxnLst>
              <a:rect l="0" t="0" r="r" b="b"/>
              <a:pathLst>
                <a:path w="929" h="324">
                  <a:moveTo>
                    <a:pt x="929" y="0"/>
                  </a:moveTo>
                  <a:cubicBezTo>
                    <a:pt x="724" y="0"/>
                    <a:pt x="724" y="0"/>
                    <a:pt x="724" y="0"/>
                  </a:cubicBezTo>
                  <a:cubicBezTo>
                    <a:pt x="698" y="0"/>
                    <a:pt x="674" y="11"/>
                    <a:pt x="655" y="29"/>
                  </a:cubicBezTo>
                  <a:cubicBezTo>
                    <a:pt x="430" y="255"/>
                    <a:pt x="430" y="255"/>
                    <a:pt x="430" y="255"/>
                  </a:cubicBezTo>
                  <a:cubicBezTo>
                    <a:pt x="385" y="299"/>
                    <a:pt x="326" y="324"/>
                    <a:pt x="263" y="324"/>
                  </a:cubicBezTo>
                  <a:cubicBezTo>
                    <a:pt x="0" y="324"/>
                    <a:pt x="0" y="324"/>
                    <a:pt x="0" y="324"/>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20">
              <a:extLst>
                <a:ext uri="{FF2B5EF4-FFF2-40B4-BE49-F238E27FC236}">
                  <a16:creationId xmlns:a16="http://schemas.microsoft.com/office/drawing/2014/main" id="{651E7CCE-CCF5-2E46-955C-7B25846658AD}"/>
                </a:ext>
              </a:extLst>
            </p:cNvPr>
            <p:cNvSpPr>
              <a:spLocks/>
            </p:cNvSpPr>
            <p:nvPr userDrawn="1"/>
          </p:nvSpPr>
          <p:spPr bwMode="auto">
            <a:xfrm>
              <a:off x="5918200" y="3254375"/>
              <a:ext cx="2255838" cy="922338"/>
            </a:xfrm>
            <a:custGeom>
              <a:avLst/>
              <a:gdLst>
                <a:gd name="T0" fmla="*/ 793 w 793"/>
                <a:gd name="T1" fmla="*/ 0 h 324"/>
                <a:gd name="T2" fmla="*/ 724 w 793"/>
                <a:gd name="T3" fmla="*/ 0 h 324"/>
                <a:gd name="T4" fmla="*/ 558 w 793"/>
                <a:gd name="T5" fmla="*/ 69 h 324"/>
                <a:gd name="T6" fmla="*/ 332 w 793"/>
                <a:gd name="T7" fmla="*/ 295 h 324"/>
                <a:gd name="T8" fmla="*/ 263 w 793"/>
                <a:gd name="T9" fmla="*/ 324 h 324"/>
                <a:gd name="T10" fmla="*/ 0 w 793"/>
                <a:gd name="T11" fmla="*/ 324 h 324"/>
              </a:gdLst>
              <a:ahLst/>
              <a:cxnLst>
                <a:cxn ang="0">
                  <a:pos x="T0" y="T1"/>
                </a:cxn>
                <a:cxn ang="0">
                  <a:pos x="T2" y="T3"/>
                </a:cxn>
                <a:cxn ang="0">
                  <a:pos x="T4" y="T5"/>
                </a:cxn>
                <a:cxn ang="0">
                  <a:pos x="T6" y="T7"/>
                </a:cxn>
                <a:cxn ang="0">
                  <a:pos x="T8" y="T9"/>
                </a:cxn>
                <a:cxn ang="0">
                  <a:pos x="T10" y="T11"/>
                </a:cxn>
              </a:cxnLst>
              <a:rect l="0" t="0" r="r" b="b"/>
              <a:pathLst>
                <a:path w="793" h="324">
                  <a:moveTo>
                    <a:pt x="793" y="0"/>
                  </a:moveTo>
                  <a:cubicBezTo>
                    <a:pt x="724" y="0"/>
                    <a:pt x="724" y="0"/>
                    <a:pt x="724" y="0"/>
                  </a:cubicBezTo>
                  <a:cubicBezTo>
                    <a:pt x="662" y="0"/>
                    <a:pt x="603" y="25"/>
                    <a:pt x="558" y="69"/>
                  </a:cubicBezTo>
                  <a:cubicBezTo>
                    <a:pt x="332" y="295"/>
                    <a:pt x="332" y="295"/>
                    <a:pt x="332" y="295"/>
                  </a:cubicBezTo>
                  <a:cubicBezTo>
                    <a:pt x="314" y="313"/>
                    <a:pt x="289" y="324"/>
                    <a:pt x="263" y="324"/>
                  </a:cubicBezTo>
                  <a:cubicBezTo>
                    <a:pt x="0" y="324"/>
                    <a:pt x="0" y="324"/>
                    <a:pt x="0" y="324"/>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44" name="Picture 43" descr="A close up of a logo&#10;&#10;Description automatically generated">
            <a:extLst>
              <a:ext uri="{FF2B5EF4-FFF2-40B4-BE49-F238E27FC236}">
                <a16:creationId xmlns:a16="http://schemas.microsoft.com/office/drawing/2014/main" id="{EF471E44-B25E-A943-B597-97FE3AB26320}"/>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992"/>
          <a:stretch/>
        </p:blipFill>
        <p:spPr>
          <a:xfrm>
            <a:off x="0" y="4763"/>
            <a:ext cx="5432508" cy="6858000"/>
          </a:xfrm>
          <a:prstGeom prst="rect">
            <a:avLst/>
          </a:prstGeom>
        </p:spPr>
      </p:pic>
      <p:sp>
        <p:nvSpPr>
          <p:cNvPr id="87" name="AutoShape 51">
            <a:extLst>
              <a:ext uri="{FF2B5EF4-FFF2-40B4-BE49-F238E27FC236}">
                <a16:creationId xmlns:a16="http://schemas.microsoft.com/office/drawing/2014/main" id="{01763436-8484-4B6D-8A28-B5231DC61CD9}"/>
              </a:ext>
            </a:extLst>
          </p:cNvPr>
          <p:cNvSpPr>
            <a:spLocks noChangeAspect="1" noChangeArrowheads="1" noTextEdit="1"/>
          </p:cNvSpPr>
          <p:nvPr userDrawn="1"/>
        </p:nvSpPr>
        <p:spPr bwMode="auto">
          <a:xfrm>
            <a:off x="0" y="1589088"/>
            <a:ext cx="2663825" cy="171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7905" y="6404039"/>
            <a:ext cx="1143000" cy="354330"/>
          </a:xfrm>
          <a:prstGeom prst="rect">
            <a:avLst/>
          </a:prstGeom>
        </p:spPr>
      </p:pic>
      <p:pic>
        <p:nvPicPr>
          <p:cNvPr id="36" name="Graphic 35">
            <a:extLst>
              <a:ext uri="{FF2B5EF4-FFF2-40B4-BE49-F238E27FC236}">
                <a16:creationId xmlns:a16="http://schemas.microsoft.com/office/drawing/2014/main" id="{214A3F9F-155B-FD4D-9057-3F93776DF0D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241279" y="5858329"/>
            <a:ext cx="1453896" cy="692331"/>
          </a:xfrm>
          <a:prstGeom prst="rect">
            <a:avLst/>
          </a:prstGeom>
        </p:spPr>
      </p:pic>
      <p:sp>
        <p:nvSpPr>
          <p:cNvPr id="28" name="Title 1">
            <a:extLst>
              <a:ext uri="{FF2B5EF4-FFF2-40B4-BE49-F238E27FC236}">
                <a16:creationId xmlns:a16="http://schemas.microsoft.com/office/drawing/2014/main" id="{25C5BBC9-CE57-D847-992D-E8F4B8790ECB}"/>
              </a:ext>
            </a:extLst>
          </p:cNvPr>
          <p:cNvSpPr>
            <a:spLocks noGrp="1"/>
          </p:cNvSpPr>
          <p:nvPr>
            <p:ph type="ctrTitle" hasCustomPrompt="1"/>
          </p:nvPr>
        </p:nvSpPr>
        <p:spPr>
          <a:xfrm>
            <a:off x="361950" y="1347609"/>
            <a:ext cx="4402137" cy="1215717"/>
          </a:xfrm>
          <a:prstGeom prst="rect">
            <a:avLst/>
          </a:prstGeom>
        </p:spPr>
        <p:txBody>
          <a:bodyPr lIns="0" rIns="0" bIns="0" anchor="b" anchorCtr="0">
            <a:spAutoFit/>
          </a:bodyPr>
          <a:lstStyle>
            <a:lvl1pPr algn="l" fontAlgn="b">
              <a:lnSpc>
                <a:spcPct val="100000"/>
              </a:lnSpc>
              <a:defRPr sz="3800">
                <a:solidFill>
                  <a:schemeClr val="bg1"/>
                </a:solidFill>
              </a:defRPr>
            </a:lvl1pPr>
          </a:lstStyle>
          <a:p>
            <a:r>
              <a:rPr lang="en-US" dirty="0"/>
              <a:t>Title with multiple </a:t>
            </a:r>
            <a:br>
              <a:rPr lang="en-US" dirty="0"/>
            </a:br>
            <a:r>
              <a:rPr lang="en-US" dirty="0"/>
              <a:t>lines here</a:t>
            </a:r>
          </a:p>
        </p:txBody>
      </p:sp>
      <p:sp>
        <p:nvSpPr>
          <p:cNvPr id="29" name="Subtitle 2">
            <a:extLst>
              <a:ext uri="{FF2B5EF4-FFF2-40B4-BE49-F238E27FC236}">
                <a16:creationId xmlns:a16="http://schemas.microsoft.com/office/drawing/2014/main" id="{B1612ED6-406E-8A4F-B353-E029B737B1D6}"/>
              </a:ext>
            </a:extLst>
          </p:cNvPr>
          <p:cNvSpPr>
            <a:spLocks noGrp="1"/>
          </p:cNvSpPr>
          <p:nvPr>
            <p:ph type="subTitle" idx="1" hasCustomPrompt="1"/>
          </p:nvPr>
        </p:nvSpPr>
        <p:spPr>
          <a:xfrm>
            <a:off x="377064" y="2682889"/>
            <a:ext cx="4242562" cy="307777"/>
          </a:xfrm>
          <a:prstGeom prst="rect">
            <a:avLst/>
          </a:prstGeom>
        </p:spPr>
        <p:txBody>
          <a:bodyPr lIns="0" tIns="0" rIns="0" bIns="0" anchor="t">
            <a:spAutoFit/>
          </a:bodyPr>
          <a:lstStyle>
            <a:lvl1pPr marL="0" indent="0" algn="l">
              <a:buNone/>
              <a:defRPr sz="20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0" name="Text Placeholder 16">
            <a:extLst>
              <a:ext uri="{FF2B5EF4-FFF2-40B4-BE49-F238E27FC236}">
                <a16:creationId xmlns:a16="http://schemas.microsoft.com/office/drawing/2014/main" id="{E723894F-0C3A-5A4A-ABFA-B2763677B525}"/>
              </a:ext>
            </a:extLst>
          </p:cNvPr>
          <p:cNvSpPr>
            <a:spLocks noGrp="1"/>
          </p:cNvSpPr>
          <p:nvPr>
            <p:ph type="body" sz="quarter" idx="10" hasCustomPrompt="1"/>
          </p:nvPr>
        </p:nvSpPr>
        <p:spPr>
          <a:xfrm>
            <a:off x="361875" y="4953000"/>
            <a:ext cx="4019626" cy="507831"/>
          </a:xfrm>
          <a:prstGeom prst="rect">
            <a:avLst/>
          </a:prstGeom>
        </p:spPr>
        <p:txBody>
          <a:bodyPr l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31" name="Freeform 5">
            <a:extLst>
              <a:ext uri="{FF2B5EF4-FFF2-40B4-BE49-F238E27FC236}">
                <a16:creationId xmlns:a16="http://schemas.microsoft.com/office/drawing/2014/main" id="{EECD93CD-993F-534C-9847-892A314208F5}"/>
              </a:ext>
            </a:extLst>
          </p:cNvPr>
          <p:cNvSpPr>
            <a:spLocks noEditPoints="1"/>
          </p:cNvSpPr>
          <p:nvPr userDrawn="1"/>
        </p:nvSpPr>
        <p:spPr bwMode="auto">
          <a:xfrm>
            <a:off x="4101874" y="-3175"/>
            <a:ext cx="5530235" cy="6861176"/>
          </a:xfrm>
          <a:custGeom>
            <a:avLst/>
            <a:gdLst>
              <a:gd name="T0" fmla="*/ 738 w 1934"/>
              <a:gd name="T1" fmla="*/ 2360 h 2400"/>
              <a:gd name="T2" fmla="*/ 737 w 1934"/>
              <a:gd name="T3" fmla="*/ 2364 h 2400"/>
              <a:gd name="T4" fmla="*/ 729 w 1934"/>
              <a:gd name="T5" fmla="*/ 2364 h 2400"/>
              <a:gd name="T6" fmla="*/ 725 w 1934"/>
              <a:gd name="T7" fmla="*/ 2384 h 2400"/>
              <a:gd name="T8" fmla="*/ 722 w 1934"/>
              <a:gd name="T9" fmla="*/ 2384 h 2400"/>
              <a:gd name="T10" fmla="*/ 725 w 1934"/>
              <a:gd name="T11" fmla="*/ 2364 h 2400"/>
              <a:gd name="T12" fmla="*/ 718 w 1934"/>
              <a:gd name="T13" fmla="*/ 2364 h 2400"/>
              <a:gd name="T14" fmla="*/ 718 w 1934"/>
              <a:gd name="T15" fmla="*/ 2360 h 2400"/>
              <a:gd name="T16" fmla="*/ 738 w 1934"/>
              <a:gd name="T17" fmla="*/ 2360 h 2400"/>
              <a:gd name="T18" fmla="*/ 763 w 1934"/>
              <a:gd name="T19" fmla="*/ 2360 h 2400"/>
              <a:gd name="T20" fmla="*/ 752 w 1934"/>
              <a:gd name="T21" fmla="*/ 2374 h 2400"/>
              <a:gd name="T22" fmla="*/ 745 w 1934"/>
              <a:gd name="T23" fmla="*/ 2360 h 2400"/>
              <a:gd name="T24" fmla="*/ 742 w 1934"/>
              <a:gd name="T25" fmla="*/ 2360 h 2400"/>
              <a:gd name="T26" fmla="*/ 737 w 1934"/>
              <a:gd name="T27" fmla="*/ 2384 h 2400"/>
              <a:gd name="T28" fmla="*/ 741 w 1934"/>
              <a:gd name="T29" fmla="*/ 2384 h 2400"/>
              <a:gd name="T30" fmla="*/ 744 w 1934"/>
              <a:gd name="T31" fmla="*/ 2367 h 2400"/>
              <a:gd name="T32" fmla="*/ 750 w 1934"/>
              <a:gd name="T33" fmla="*/ 2379 h 2400"/>
              <a:gd name="T34" fmla="*/ 752 w 1934"/>
              <a:gd name="T35" fmla="*/ 2379 h 2400"/>
              <a:gd name="T36" fmla="*/ 762 w 1934"/>
              <a:gd name="T37" fmla="*/ 2367 h 2400"/>
              <a:gd name="T38" fmla="*/ 758 w 1934"/>
              <a:gd name="T39" fmla="*/ 2384 h 2400"/>
              <a:gd name="T40" fmla="*/ 762 w 1934"/>
              <a:gd name="T41" fmla="*/ 2384 h 2400"/>
              <a:gd name="T42" fmla="*/ 767 w 1934"/>
              <a:gd name="T43" fmla="*/ 2360 h 2400"/>
              <a:gd name="T44" fmla="*/ 763 w 1934"/>
              <a:gd name="T45" fmla="*/ 2360 h 2400"/>
              <a:gd name="T46" fmla="*/ 1535 w 1934"/>
              <a:gd name="T47" fmla="*/ 0 h 2400"/>
              <a:gd name="T48" fmla="*/ 971 w 1934"/>
              <a:gd name="T49" fmla="*/ 523 h 2400"/>
              <a:gd name="T50" fmla="*/ 1070 w 1934"/>
              <a:gd name="T51" fmla="*/ 0 h 2400"/>
              <a:gd name="T52" fmla="*/ 457 w 1934"/>
              <a:gd name="T53" fmla="*/ 0 h 2400"/>
              <a:gd name="T54" fmla="*/ 0 w 1934"/>
              <a:gd name="T55" fmla="*/ 2400 h 2400"/>
              <a:gd name="T56" fmla="*/ 697 w 1934"/>
              <a:gd name="T57" fmla="*/ 2400 h 2400"/>
              <a:gd name="T58" fmla="*/ 885 w 1934"/>
              <a:gd name="T59" fmla="*/ 1410 h 2400"/>
              <a:gd name="T60" fmla="*/ 1807 w 1934"/>
              <a:gd name="T61" fmla="*/ 666 h 2400"/>
              <a:gd name="T62" fmla="*/ 1934 w 1934"/>
              <a:gd name="T63" fmla="*/ 0 h 2400"/>
              <a:gd name="T64" fmla="*/ 1535 w 1934"/>
              <a:gd name="T65" fmla="*/ 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34" h="2400">
                <a:moveTo>
                  <a:pt x="738" y="2360"/>
                </a:moveTo>
                <a:cubicBezTo>
                  <a:pt x="737" y="2364"/>
                  <a:pt x="737" y="2364"/>
                  <a:pt x="737" y="2364"/>
                </a:cubicBezTo>
                <a:cubicBezTo>
                  <a:pt x="729" y="2364"/>
                  <a:pt x="729" y="2364"/>
                  <a:pt x="729" y="2364"/>
                </a:cubicBezTo>
                <a:cubicBezTo>
                  <a:pt x="725" y="2384"/>
                  <a:pt x="725" y="2384"/>
                  <a:pt x="725" y="2384"/>
                </a:cubicBezTo>
                <a:cubicBezTo>
                  <a:pt x="722" y="2384"/>
                  <a:pt x="722" y="2384"/>
                  <a:pt x="722" y="2384"/>
                </a:cubicBezTo>
                <a:cubicBezTo>
                  <a:pt x="725" y="2364"/>
                  <a:pt x="725" y="2364"/>
                  <a:pt x="725" y="2364"/>
                </a:cubicBezTo>
                <a:cubicBezTo>
                  <a:pt x="718" y="2364"/>
                  <a:pt x="718" y="2364"/>
                  <a:pt x="718" y="2364"/>
                </a:cubicBezTo>
                <a:cubicBezTo>
                  <a:pt x="718" y="2360"/>
                  <a:pt x="718" y="2360"/>
                  <a:pt x="718" y="2360"/>
                </a:cubicBezTo>
                <a:lnTo>
                  <a:pt x="738" y="2360"/>
                </a:lnTo>
                <a:close/>
                <a:moveTo>
                  <a:pt x="763" y="2360"/>
                </a:moveTo>
                <a:cubicBezTo>
                  <a:pt x="752" y="2374"/>
                  <a:pt x="752" y="2374"/>
                  <a:pt x="752" y="2374"/>
                </a:cubicBezTo>
                <a:cubicBezTo>
                  <a:pt x="745" y="2360"/>
                  <a:pt x="745" y="2360"/>
                  <a:pt x="745" y="2360"/>
                </a:cubicBezTo>
                <a:cubicBezTo>
                  <a:pt x="742" y="2360"/>
                  <a:pt x="742" y="2360"/>
                  <a:pt x="742" y="2360"/>
                </a:cubicBezTo>
                <a:cubicBezTo>
                  <a:pt x="737" y="2384"/>
                  <a:pt x="737" y="2384"/>
                  <a:pt x="737" y="2384"/>
                </a:cubicBezTo>
                <a:cubicBezTo>
                  <a:pt x="741" y="2384"/>
                  <a:pt x="741" y="2384"/>
                  <a:pt x="741" y="2384"/>
                </a:cubicBezTo>
                <a:cubicBezTo>
                  <a:pt x="744" y="2367"/>
                  <a:pt x="744" y="2367"/>
                  <a:pt x="744" y="2367"/>
                </a:cubicBezTo>
                <a:cubicBezTo>
                  <a:pt x="750" y="2379"/>
                  <a:pt x="750" y="2379"/>
                  <a:pt x="750" y="2379"/>
                </a:cubicBezTo>
                <a:cubicBezTo>
                  <a:pt x="752" y="2379"/>
                  <a:pt x="752" y="2379"/>
                  <a:pt x="752" y="2379"/>
                </a:cubicBezTo>
                <a:cubicBezTo>
                  <a:pt x="762" y="2367"/>
                  <a:pt x="762" y="2367"/>
                  <a:pt x="762" y="2367"/>
                </a:cubicBezTo>
                <a:cubicBezTo>
                  <a:pt x="758" y="2384"/>
                  <a:pt x="758" y="2384"/>
                  <a:pt x="758" y="2384"/>
                </a:cubicBezTo>
                <a:cubicBezTo>
                  <a:pt x="762" y="2384"/>
                  <a:pt x="762" y="2384"/>
                  <a:pt x="762" y="2384"/>
                </a:cubicBezTo>
                <a:cubicBezTo>
                  <a:pt x="767" y="2360"/>
                  <a:pt x="767" y="2360"/>
                  <a:pt x="767" y="2360"/>
                </a:cubicBezTo>
                <a:lnTo>
                  <a:pt x="763" y="2360"/>
                </a:lnTo>
                <a:close/>
                <a:moveTo>
                  <a:pt x="1535" y="0"/>
                </a:moveTo>
                <a:cubicBezTo>
                  <a:pt x="1283" y="89"/>
                  <a:pt x="1078" y="279"/>
                  <a:pt x="971" y="523"/>
                </a:cubicBezTo>
                <a:cubicBezTo>
                  <a:pt x="1070" y="0"/>
                  <a:pt x="1070" y="0"/>
                  <a:pt x="1070" y="0"/>
                </a:cubicBezTo>
                <a:cubicBezTo>
                  <a:pt x="457" y="0"/>
                  <a:pt x="457" y="0"/>
                  <a:pt x="457" y="0"/>
                </a:cubicBezTo>
                <a:cubicBezTo>
                  <a:pt x="0" y="2400"/>
                  <a:pt x="0" y="2400"/>
                  <a:pt x="0" y="2400"/>
                </a:cubicBezTo>
                <a:cubicBezTo>
                  <a:pt x="697" y="2400"/>
                  <a:pt x="697" y="2400"/>
                  <a:pt x="697" y="2400"/>
                </a:cubicBezTo>
                <a:cubicBezTo>
                  <a:pt x="885" y="1410"/>
                  <a:pt x="885" y="1410"/>
                  <a:pt x="885" y="1410"/>
                </a:cubicBezTo>
                <a:cubicBezTo>
                  <a:pt x="996" y="827"/>
                  <a:pt x="1331" y="593"/>
                  <a:pt x="1807" y="666"/>
                </a:cubicBezTo>
                <a:cubicBezTo>
                  <a:pt x="1934" y="0"/>
                  <a:pt x="1934" y="0"/>
                  <a:pt x="1934" y="0"/>
                </a:cubicBezTo>
                <a:lnTo>
                  <a:pt x="1535"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ysClr val="windowText" lastClr="000000"/>
              </a:solidFill>
            </a:endParaRPr>
          </a:p>
        </p:txBody>
      </p:sp>
    </p:spTree>
    <p:extLst>
      <p:ext uri="{BB962C8B-B14F-4D97-AF65-F5344CB8AC3E}">
        <p14:creationId xmlns:p14="http://schemas.microsoft.com/office/powerpoint/2010/main" val="32686530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Solving Together Circuits">
    <p:bg>
      <p:bgPr>
        <a:solidFill>
          <a:srgbClr val="EB0000"/>
        </a:solidFill>
        <a:effectLst/>
      </p:bgPr>
    </p:bg>
    <p:spTree>
      <p:nvGrpSpPr>
        <p:cNvPr id="1" name=""/>
        <p:cNvGrpSpPr/>
        <p:nvPr/>
      </p:nvGrpSpPr>
      <p:grpSpPr>
        <a:xfrm>
          <a:off x="0" y="0"/>
          <a:ext cx="0" cy="0"/>
          <a:chOff x="0" y="0"/>
          <a:chExt cx="0" cy="0"/>
        </a:xfrm>
      </p:grpSpPr>
      <p:pic>
        <p:nvPicPr>
          <p:cNvPr id="33" name="Picture 32" descr="A close up of a logo&#10;&#10;Description automatically generated">
            <a:extLst>
              <a:ext uri="{FF2B5EF4-FFF2-40B4-BE49-F238E27FC236}">
                <a16:creationId xmlns:a16="http://schemas.microsoft.com/office/drawing/2014/main" id="{DFE3BF64-BD9B-BB4E-928C-C3B317BE3EFB}"/>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0285"/>
          <a:stretch/>
        </p:blipFill>
        <p:spPr>
          <a:xfrm>
            <a:off x="0" y="0"/>
            <a:ext cx="5538816" cy="6858000"/>
          </a:xfrm>
          <a:prstGeom prst="rect">
            <a:avLst/>
          </a:prstGeom>
        </p:spPr>
      </p:pic>
      <p:grpSp>
        <p:nvGrpSpPr>
          <p:cNvPr id="34" name="Group 33">
            <a:extLst>
              <a:ext uri="{FF2B5EF4-FFF2-40B4-BE49-F238E27FC236}">
                <a16:creationId xmlns:a16="http://schemas.microsoft.com/office/drawing/2014/main" id="{567AE00C-D76B-E143-BC5A-C1CF854DFACD}"/>
              </a:ext>
            </a:extLst>
          </p:cNvPr>
          <p:cNvGrpSpPr/>
          <p:nvPr userDrawn="1"/>
        </p:nvGrpSpPr>
        <p:grpSpPr>
          <a:xfrm>
            <a:off x="6092825" y="3216275"/>
            <a:ext cx="2735263" cy="1370012"/>
            <a:chOff x="6092825" y="3216275"/>
            <a:chExt cx="2735263" cy="1370012"/>
          </a:xfrm>
        </p:grpSpPr>
        <p:sp>
          <p:nvSpPr>
            <p:cNvPr id="37" name="Line 5">
              <a:extLst>
                <a:ext uri="{FF2B5EF4-FFF2-40B4-BE49-F238E27FC236}">
                  <a16:creationId xmlns:a16="http://schemas.microsoft.com/office/drawing/2014/main" id="{CDE38EDF-6ECB-E241-B466-1597046FBDB9}"/>
                </a:ext>
              </a:extLst>
            </p:cNvPr>
            <p:cNvSpPr>
              <a:spLocks noChangeShapeType="1"/>
            </p:cNvSpPr>
            <p:nvPr userDrawn="1"/>
          </p:nvSpPr>
          <p:spPr bwMode="auto">
            <a:xfrm flipH="1">
              <a:off x="6092825" y="3902075"/>
              <a:ext cx="26368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Line 6">
              <a:extLst>
                <a:ext uri="{FF2B5EF4-FFF2-40B4-BE49-F238E27FC236}">
                  <a16:creationId xmlns:a16="http://schemas.microsoft.com/office/drawing/2014/main" id="{0A8241AD-3485-F84C-9EE6-09C899AD4DE4}"/>
                </a:ext>
              </a:extLst>
            </p:cNvPr>
            <p:cNvSpPr>
              <a:spLocks noChangeShapeType="1"/>
            </p:cNvSpPr>
            <p:nvPr userDrawn="1"/>
          </p:nvSpPr>
          <p:spPr bwMode="auto">
            <a:xfrm flipH="1">
              <a:off x="6092825" y="4535488"/>
              <a:ext cx="20653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Oval 38">
              <a:extLst>
                <a:ext uri="{FF2B5EF4-FFF2-40B4-BE49-F238E27FC236}">
                  <a16:creationId xmlns:a16="http://schemas.microsoft.com/office/drawing/2014/main" id="{4A70F000-34F7-F04A-9B5F-ED2D45ED5378}"/>
                </a:ext>
              </a:extLst>
            </p:cNvPr>
            <p:cNvSpPr>
              <a:spLocks noChangeArrowheads="1"/>
            </p:cNvSpPr>
            <p:nvPr userDrawn="1"/>
          </p:nvSpPr>
          <p:spPr bwMode="auto">
            <a:xfrm>
              <a:off x="8158163" y="4486275"/>
              <a:ext cx="98425" cy="100012"/>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Line 8">
              <a:extLst>
                <a:ext uri="{FF2B5EF4-FFF2-40B4-BE49-F238E27FC236}">
                  <a16:creationId xmlns:a16="http://schemas.microsoft.com/office/drawing/2014/main" id="{2CB09C6C-C51A-544F-BF76-A574D2DDC893}"/>
                </a:ext>
              </a:extLst>
            </p:cNvPr>
            <p:cNvSpPr>
              <a:spLocks noChangeShapeType="1"/>
            </p:cNvSpPr>
            <p:nvPr userDrawn="1"/>
          </p:nvSpPr>
          <p:spPr bwMode="auto">
            <a:xfrm flipH="1">
              <a:off x="6092825" y="3267075"/>
              <a:ext cx="20653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Oval 9">
              <a:extLst>
                <a:ext uri="{FF2B5EF4-FFF2-40B4-BE49-F238E27FC236}">
                  <a16:creationId xmlns:a16="http://schemas.microsoft.com/office/drawing/2014/main" id="{D01EFDBC-63AB-6845-9F52-61F8706B3299}"/>
                </a:ext>
              </a:extLst>
            </p:cNvPr>
            <p:cNvSpPr>
              <a:spLocks noChangeArrowheads="1"/>
            </p:cNvSpPr>
            <p:nvPr userDrawn="1"/>
          </p:nvSpPr>
          <p:spPr bwMode="auto">
            <a:xfrm>
              <a:off x="8158163" y="3216275"/>
              <a:ext cx="98425" cy="100012"/>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Line 10">
              <a:extLst>
                <a:ext uri="{FF2B5EF4-FFF2-40B4-BE49-F238E27FC236}">
                  <a16:creationId xmlns:a16="http://schemas.microsoft.com/office/drawing/2014/main" id="{ECEC4BF8-9172-7C44-9567-AAF0608BC9B7}"/>
                </a:ext>
              </a:extLst>
            </p:cNvPr>
            <p:cNvSpPr>
              <a:spLocks noChangeShapeType="1"/>
            </p:cNvSpPr>
            <p:nvPr userDrawn="1"/>
          </p:nvSpPr>
          <p:spPr bwMode="auto">
            <a:xfrm flipH="1">
              <a:off x="6092825" y="4217988"/>
              <a:ext cx="2349500"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Oval 11">
              <a:extLst>
                <a:ext uri="{FF2B5EF4-FFF2-40B4-BE49-F238E27FC236}">
                  <a16:creationId xmlns:a16="http://schemas.microsoft.com/office/drawing/2014/main" id="{9FE79E99-6BF7-1041-9713-F78A1C02446D}"/>
                </a:ext>
              </a:extLst>
            </p:cNvPr>
            <p:cNvSpPr>
              <a:spLocks noChangeArrowheads="1"/>
            </p:cNvSpPr>
            <p:nvPr userDrawn="1"/>
          </p:nvSpPr>
          <p:spPr bwMode="auto">
            <a:xfrm>
              <a:off x="8442325" y="4168775"/>
              <a:ext cx="100013" cy="100012"/>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12">
              <a:extLst>
                <a:ext uri="{FF2B5EF4-FFF2-40B4-BE49-F238E27FC236}">
                  <a16:creationId xmlns:a16="http://schemas.microsoft.com/office/drawing/2014/main" id="{4DF663F8-648C-4A4F-A4B5-CA818983A8A8}"/>
                </a:ext>
              </a:extLst>
            </p:cNvPr>
            <p:cNvSpPr>
              <a:spLocks noChangeShapeType="1"/>
            </p:cNvSpPr>
            <p:nvPr userDrawn="1"/>
          </p:nvSpPr>
          <p:spPr bwMode="auto">
            <a:xfrm flipH="1">
              <a:off x="6092825" y="3584575"/>
              <a:ext cx="2349500"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Oval 13">
              <a:extLst>
                <a:ext uri="{FF2B5EF4-FFF2-40B4-BE49-F238E27FC236}">
                  <a16:creationId xmlns:a16="http://schemas.microsoft.com/office/drawing/2014/main" id="{3208E191-B8C3-5247-BCE7-FC1963FEBD5C}"/>
                </a:ext>
              </a:extLst>
            </p:cNvPr>
            <p:cNvSpPr>
              <a:spLocks noChangeArrowheads="1"/>
            </p:cNvSpPr>
            <p:nvPr userDrawn="1"/>
          </p:nvSpPr>
          <p:spPr bwMode="auto">
            <a:xfrm>
              <a:off x="8442325" y="3533775"/>
              <a:ext cx="100013" cy="100012"/>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Oval 14">
              <a:extLst>
                <a:ext uri="{FF2B5EF4-FFF2-40B4-BE49-F238E27FC236}">
                  <a16:creationId xmlns:a16="http://schemas.microsoft.com/office/drawing/2014/main" id="{CF8694EF-59AB-A24E-9345-4015DBA70BD1}"/>
                </a:ext>
              </a:extLst>
            </p:cNvPr>
            <p:cNvSpPr>
              <a:spLocks noChangeArrowheads="1"/>
            </p:cNvSpPr>
            <p:nvPr userDrawn="1"/>
          </p:nvSpPr>
          <p:spPr bwMode="auto">
            <a:xfrm>
              <a:off x="8729663" y="3851275"/>
              <a:ext cx="98425" cy="100012"/>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87" name="AutoShape 51">
            <a:extLst>
              <a:ext uri="{FF2B5EF4-FFF2-40B4-BE49-F238E27FC236}">
                <a16:creationId xmlns:a16="http://schemas.microsoft.com/office/drawing/2014/main" id="{01763436-8484-4B6D-8A28-B5231DC61CD9}"/>
              </a:ext>
            </a:extLst>
          </p:cNvPr>
          <p:cNvSpPr>
            <a:spLocks noChangeAspect="1" noChangeArrowheads="1" noTextEdit="1"/>
          </p:cNvSpPr>
          <p:nvPr userDrawn="1"/>
        </p:nvSpPr>
        <p:spPr bwMode="auto">
          <a:xfrm>
            <a:off x="0" y="1589088"/>
            <a:ext cx="2663825" cy="171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7905" y="6404039"/>
            <a:ext cx="1143000" cy="354330"/>
          </a:xfrm>
          <a:prstGeom prst="rect">
            <a:avLst/>
          </a:prstGeom>
        </p:spPr>
      </p:pic>
      <p:pic>
        <p:nvPicPr>
          <p:cNvPr id="36" name="Graphic 35">
            <a:extLst>
              <a:ext uri="{FF2B5EF4-FFF2-40B4-BE49-F238E27FC236}">
                <a16:creationId xmlns:a16="http://schemas.microsoft.com/office/drawing/2014/main" id="{214A3F9F-155B-FD4D-9057-3F93776DF0D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241279" y="5858329"/>
            <a:ext cx="1453896" cy="692331"/>
          </a:xfrm>
          <a:prstGeom prst="rect">
            <a:avLst/>
          </a:prstGeom>
        </p:spPr>
      </p:pic>
      <p:sp>
        <p:nvSpPr>
          <p:cNvPr id="31" name="Freeform 5">
            <a:extLst>
              <a:ext uri="{FF2B5EF4-FFF2-40B4-BE49-F238E27FC236}">
                <a16:creationId xmlns:a16="http://schemas.microsoft.com/office/drawing/2014/main" id="{EECD93CD-993F-534C-9847-892A314208F5}"/>
              </a:ext>
            </a:extLst>
          </p:cNvPr>
          <p:cNvSpPr>
            <a:spLocks noEditPoints="1"/>
          </p:cNvSpPr>
          <p:nvPr userDrawn="1"/>
        </p:nvSpPr>
        <p:spPr bwMode="auto">
          <a:xfrm>
            <a:off x="4101874" y="-3175"/>
            <a:ext cx="5530235" cy="6861176"/>
          </a:xfrm>
          <a:custGeom>
            <a:avLst/>
            <a:gdLst>
              <a:gd name="T0" fmla="*/ 738 w 1934"/>
              <a:gd name="T1" fmla="*/ 2360 h 2400"/>
              <a:gd name="T2" fmla="*/ 737 w 1934"/>
              <a:gd name="T3" fmla="*/ 2364 h 2400"/>
              <a:gd name="T4" fmla="*/ 729 w 1934"/>
              <a:gd name="T5" fmla="*/ 2364 h 2400"/>
              <a:gd name="T6" fmla="*/ 725 w 1934"/>
              <a:gd name="T7" fmla="*/ 2384 h 2400"/>
              <a:gd name="T8" fmla="*/ 722 w 1934"/>
              <a:gd name="T9" fmla="*/ 2384 h 2400"/>
              <a:gd name="T10" fmla="*/ 725 w 1934"/>
              <a:gd name="T11" fmla="*/ 2364 h 2400"/>
              <a:gd name="T12" fmla="*/ 718 w 1934"/>
              <a:gd name="T13" fmla="*/ 2364 h 2400"/>
              <a:gd name="T14" fmla="*/ 718 w 1934"/>
              <a:gd name="T15" fmla="*/ 2360 h 2400"/>
              <a:gd name="T16" fmla="*/ 738 w 1934"/>
              <a:gd name="T17" fmla="*/ 2360 h 2400"/>
              <a:gd name="T18" fmla="*/ 763 w 1934"/>
              <a:gd name="T19" fmla="*/ 2360 h 2400"/>
              <a:gd name="T20" fmla="*/ 752 w 1934"/>
              <a:gd name="T21" fmla="*/ 2374 h 2400"/>
              <a:gd name="T22" fmla="*/ 745 w 1934"/>
              <a:gd name="T23" fmla="*/ 2360 h 2400"/>
              <a:gd name="T24" fmla="*/ 742 w 1934"/>
              <a:gd name="T25" fmla="*/ 2360 h 2400"/>
              <a:gd name="T26" fmla="*/ 737 w 1934"/>
              <a:gd name="T27" fmla="*/ 2384 h 2400"/>
              <a:gd name="T28" fmla="*/ 741 w 1934"/>
              <a:gd name="T29" fmla="*/ 2384 h 2400"/>
              <a:gd name="T30" fmla="*/ 744 w 1934"/>
              <a:gd name="T31" fmla="*/ 2367 h 2400"/>
              <a:gd name="T32" fmla="*/ 750 w 1934"/>
              <a:gd name="T33" fmla="*/ 2379 h 2400"/>
              <a:gd name="T34" fmla="*/ 752 w 1934"/>
              <a:gd name="T35" fmla="*/ 2379 h 2400"/>
              <a:gd name="T36" fmla="*/ 762 w 1934"/>
              <a:gd name="T37" fmla="*/ 2367 h 2400"/>
              <a:gd name="T38" fmla="*/ 758 w 1934"/>
              <a:gd name="T39" fmla="*/ 2384 h 2400"/>
              <a:gd name="T40" fmla="*/ 762 w 1934"/>
              <a:gd name="T41" fmla="*/ 2384 h 2400"/>
              <a:gd name="T42" fmla="*/ 767 w 1934"/>
              <a:gd name="T43" fmla="*/ 2360 h 2400"/>
              <a:gd name="T44" fmla="*/ 763 w 1934"/>
              <a:gd name="T45" fmla="*/ 2360 h 2400"/>
              <a:gd name="T46" fmla="*/ 1535 w 1934"/>
              <a:gd name="T47" fmla="*/ 0 h 2400"/>
              <a:gd name="T48" fmla="*/ 971 w 1934"/>
              <a:gd name="T49" fmla="*/ 523 h 2400"/>
              <a:gd name="T50" fmla="*/ 1070 w 1934"/>
              <a:gd name="T51" fmla="*/ 0 h 2400"/>
              <a:gd name="T52" fmla="*/ 457 w 1934"/>
              <a:gd name="T53" fmla="*/ 0 h 2400"/>
              <a:gd name="T54" fmla="*/ 0 w 1934"/>
              <a:gd name="T55" fmla="*/ 2400 h 2400"/>
              <a:gd name="T56" fmla="*/ 697 w 1934"/>
              <a:gd name="T57" fmla="*/ 2400 h 2400"/>
              <a:gd name="T58" fmla="*/ 885 w 1934"/>
              <a:gd name="T59" fmla="*/ 1410 h 2400"/>
              <a:gd name="T60" fmla="*/ 1807 w 1934"/>
              <a:gd name="T61" fmla="*/ 666 h 2400"/>
              <a:gd name="T62" fmla="*/ 1934 w 1934"/>
              <a:gd name="T63" fmla="*/ 0 h 2400"/>
              <a:gd name="T64" fmla="*/ 1535 w 1934"/>
              <a:gd name="T65" fmla="*/ 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34" h="2400">
                <a:moveTo>
                  <a:pt x="738" y="2360"/>
                </a:moveTo>
                <a:cubicBezTo>
                  <a:pt x="737" y="2364"/>
                  <a:pt x="737" y="2364"/>
                  <a:pt x="737" y="2364"/>
                </a:cubicBezTo>
                <a:cubicBezTo>
                  <a:pt x="729" y="2364"/>
                  <a:pt x="729" y="2364"/>
                  <a:pt x="729" y="2364"/>
                </a:cubicBezTo>
                <a:cubicBezTo>
                  <a:pt x="725" y="2384"/>
                  <a:pt x="725" y="2384"/>
                  <a:pt x="725" y="2384"/>
                </a:cubicBezTo>
                <a:cubicBezTo>
                  <a:pt x="722" y="2384"/>
                  <a:pt x="722" y="2384"/>
                  <a:pt x="722" y="2384"/>
                </a:cubicBezTo>
                <a:cubicBezTo>
                  <a:pt x="725" y="2364"/>
                  <a:pt x="725" y="2364"/>
                  <a:pt x="725" y="2364"/>
                </a:cubicBezTo>
                <a:cubicBezTo>
                  <a:pt x="718" y="2364"/>
                  <a:pt x="718" y="2364"/>
                  <a:pt x="718" y="2364"/>
                </a:cubicBezTo>
                <a:cubicBezTo>
                  <a:pt x="718" y="2360"/>
                  <a:pt x="718" y="2360"/>
                  <a:pt x="718" y="2360"/>
                </a:cubicBezTo>
                <a:lnTo>
                  <a:pt x="738" y="2360"/>
                </a:lnTo>
                <a:close/>
                <a:moveTo>
                  <a:pt x="763" y="2360"/>
                </a:moveTo>
                <a:cubicBezTo>
                  <a:pt x="752" y="2374"/>
                  <a:pt x="752" y="2374"/>
                  <a:pt x="752" y="2374"/>
                </a:cubicBezTo>
                <a:cubicBezTo>
                  <a:pt x="745" y="2360"/>
                  <a:pt x="745" y="2360"/>
                  <a:pt x="745" y="2360"/>
                </a:cubicBezTo>
                <a:cubicBezTo>
                  <a:pt x="742" y="2360"/>
                  <a:pt x="742" y="2360"/>
                  <a:pt x="742" y="2360"/>
                </a:cubicBezTo>
                <a:cubicBezTo>
                  <a:pt x="737" y="2384"/>
                  <a:pt x="737" y="2384"/>
                  <a:pt x="737" y="2384"/>
                </a:cubicBezTo>
                <a:cubicBezTo>
                  <a:pt x="741" y="2384"/>
                  <a:pt x="741" y="2384"/>
                  <a:pt x="741" y="2384"/>
                </a:cubicBezTo>
                <a:cubicBezTo>
                  <a:pt x="744" y="2367"/>
                  <a:pt x="744" y="2367"/>
                  <a:pt x="744" y="2367"/>
                </a:cubicBezTo>
                <a:cubicBezTo>
                  <a:pt x="750" y="2379"/>
                  <a:pt x="750" y="2379"/>
                  <a:pt x="750" y="2379"/>
                </a:cubicBezTo>
                <a:cubicBezTo>
                  <a:pt x="752" y="2379"/>
                  <a:pt x="752" y="2379"/>
                  <a:pt x="752" y="2379"/>
                </a:cubicBezTo>
                <a:cubicBezTo>
                  <a:pt x="762" y="2367"/>
                  <a:pt x="762" y="2367"/>
                  <a:pt x="762" y="2367"/>
                </a:cubicBezTo>
                <a:cubicBezTo>
                  <a:pt x="758" y="2384"/>
                  <a:pt x="758" y="2384"/>
                  <a:pt x="758" y="2384"/>
                </a:cubicBezTo>
                <a:cubicBezTo>
                  <a:pt x="762" y="2384"/>
                  <a:pt x="762" y="2384"/>
                  <a:pt x="762" y="2384"/>
                </a:cubicBezTo>
                <a:cubicBezTo>
                  <a:pt x="767" y="2360"/>
                  <a:pt x="767" y="2360"/>
                  <a:pt x="767" y="2360"/>
                </a:cubicBezTo>
                <a:lnTo>
                  <a:pt x="763" y="2360"/>
                </a:lnTo>
                <a:close/>
                <a:moveTo>
                  <a:pt x="1535" y="0"/>
                </a:moveTo>
                <a:cubicBezTo>
                  <a:pt x="1283" y="89"/>
                  <a:pt x="1078" y="279"/>
                  <a:pt x="971" y="523"/>
                </a:cubicBezTo>
                <a:cubicBezTo>
                  <a:pt x="1070" y="0"/>
                  <a:pt x="1070" y="0"/>
                  <a:pt x="1070" y="0"/>
                </a:cubicBezTo>
                <a:cubicBezTo>
                  <a:pt x="457" y="0"/>
                  <a:pt x="457" y="0"/>
                  <a:pt x="457" y="0"/>
                </a:cubicBezTo>
                <a:cubicBezTo>
                  <a:pt x="0" y="2400"/>
                  <a:pt x="0" y="2400"/>
                  <a:pt x="0" y="2400"/>
                </a:cubicBezTo>
                <a:cubicBezTo>
                  <a:pt x="697" y="2400"/>
                  <a:pt x="697" y="2400"/>
                  <a:pt x="697" y="2400"/>
                </a:cubicBezTo>
                <a:cubicBezTo>
                  <a:pt x="885" y="1410"/>
                  <a:pt x="885" y="1410"/>
                  <a:pt x="885" y="1410"/>
                </a:cubicBezTo>
                <a:cubicBezTo>
                  <a:pt x="996" y="827"/>
                  <a:pt x="1331" y="593"/>
                  <a:pt x="1807" y="666"/>
                </a:cubicBezTo>
                <a:cubicBezTo>
                  <a:pt x="1934" y="0"/>
                  <a:pt x="1934" y="0"/>
                  <a:pt x="1934" y="0"/>
                </a:cubicBezTo>
                <a:lnTo>
                  <a:pt x="1535"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ysClr val="windowText" lastClr="000000"/>
              </a:solidFill>
            </a:endParaRPr>
          </a:p>
        </p:txBody>
      </p:sp>
      <p:sp>
        <p:nvSpPr>
          <p:cNvPr id="21" name="Title 1">
            <a:extLst>
              <a:ext uri="{FF2B5EF4-FFF2-40B4-BE49-F238E27FC236}">
                <a16:creationId xmlns:a16="http://schemas.microsoft.com/office/drawing/2014/main" id="{922DA93C-A30E-234C-9C6A-6881DAF92338}"/>
              </a:ext>
            </a:extLst>
          </p:cNvPr>
          <p:cNvSpPr>
            <a:spLocks noGrp="1"/>
          </p:cNvSpPr>
          <p:nvPr>
            <p:ph type="ctrTitle" hasCustomPrompt="1"/>
          </p:nvPr>
        </p:nvSpPr>
        <p:spPr>
          <a:xfrm>
            <a:off x="361950" y="1347609"/>
            <a:ext cx="4402137" cy="1215717"/>
          </a:xfrm>
          <a:prstGeom prst="rect">
            <a:avLst/>
          </a:prstGeom>
        </p:spPr>
        <p:txBody>
          <a:bodyPr lIns="0" rIns="0" bIns="0" anchor="b" anchorCtr="0">
            <a:spAutoFit/>
          </a:bodyPr>
          <a:lstStyle>
            <a:lvl1pPr algn="l" fontAlgn="b">
              <a:lnSpc>
                <a:spcPct val="100000"/>
              </a:lnSpc>
              <a:defRPr sz="3800">
                <a:solidFill>
                  <a:schemeClr val="bg1"/>
                </a:solidFill>
              </a:defRPr>
            </a:lvl1pPr>
          </a:lstStyle>
          <a:p>
            <a:r>
              <a:rPr lang="en-US" dirty="0"/>
              <a:t>Title with multiple </a:t>
            </a:r>
            <a:br>
              <a:rPr lang="en-US" dirty="0"/>
            </a:br>
            <a:r>
              <a:rPr lang="en-US" dirty="0"/>
              <a:t>lines here</a:t>
            </a:r>
          </a:p>
        </p:txBody>
      </p:sp>
      <p:sp>
        <p:nvSpPr>
          <p:cNvPr id="22" name="Subtitle 2">
            <a:extLst>
              <a:ext uri="{FF2B5EF4-FFF2-40B4-BE49-F238E27FC236}">
                <a16:creationId xmlns:a16="http://schemas.microsoft.com/office/drawing/2014/main" id="{CF501144-05D8-6848-9058-1E87A5E26CCE}"/>
              </a:ext>
            </a:extLst>
          </p:cNvPr>
          <p:cNvSpPr>
            <a:spLocks noGrp="1"/>
          </p:cNvSpPr>
          <p:nvPr>
            <p:ph type="subTitle" idx="1" hasCustomPrompt="1"/>
          </p:nvPr>
        </p:nvSpPr>
        <p:spPr>
          <a:xfrm>
            <a:off x="377064" y="2682889"/>
            <a:ext cx="4242562" cy="307777"/>
          </a:xfrm>
          <a:prstGeom prst="rect">
            <a:avLst/>
          </a:prstGeom>
        </p:spPr>
        <p:txBody>
          <a:bodyPr lIns="0" tIns="0" rIns="0" bIns="0" anchor="t">
            <a:spAutoFit/>
          </a:bodyPr>
          <a:lstStyle>
            <a:lvl1pPr marL="0" indent="0" algn="l">
              <a:buNone/>
              <a:defRPr sz="20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3" name="Text Placeholder 16">
            <a:extLst>
              <a:ext uri="{FF2B5EF4-FFF2-40B4-BE49-F238E27FC236}">
                <a16:creationId xmlns:a16="http://schemas.microsoft.com/office/drawing/2014/main" id="{1B5E3053-19F6-8D4E-8A0D-1C907B7DF0BF}"/>
              </a:ext>
            </a:extLst>
          </p:cNvPr>
          <p:cNvSpPr>
            <a:spLocks noGrp="1"/>
          </p:cNvSpPr>
          <p:nvPr>
            <p:ph type="body" sz="quarter" idx="10" hasCustomPrompt="1"/>
          </p:nvPr>
        </p:nvSpPr>
        <p:spPr>
          <a:xfrm>
            <a:off x="361875" y="4953000"/>
            <a:ext cx="4019626" cy="507831"/>
          </a:xfrm>
          <a:prstGeom prst="rect">
            <a:avLst/>
          </a:prstGeom>
        </p:spPr>
        <p:txBody>
          <a:bodyPr l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Tree>
    <p:extLst>
      <p:ext uri="{BB962C8B-B14F-4D97-AF65-F5344CB8AC3E}">
        <p14:creationId xmlns:p14="http://schemas.microsoft.com/office/powerpoint/2010/main" val="4395439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Solving Together Polygons">
    <p:bg>
      <p:bgPr>
        <a:solidFill>
          <a:srgbClr val="EB0000"/>
        </a:solidFill>
        <a:effectLst/>
      </p:bgPr>
    </p:bg>
    <p:spTree>
      <p:nvGrpSpPr>
        <p:cNvPr id="1" name=""/>
        <p:cNvGrpSpPr/>
        <p:nvPr/>
      </p:nvGrpSpPr>
      <p:grpSpPr>
        <a:xfrm>
          <a:off x="0" y="0"/>
          <a:ext cx="0" cy="0"/>
          <a:chOff x="0" y="0"/>
          <a:chExt cx="0" cy="0"/>
        </a:xfrm>
      </p:grpSpPr>
      <p:pic>
        <p:nvPicPr>
          <p:cNvPr id="32" name="Picture 31" descr="A picture containing light&#10;&#10;Description automatically generated">
            <a:extLst>
              <a:ext uri="{FF2B5EF4-FFF2-40B4-BE49-F238E27FC236}">
                <a16:creationId xmlns:a16="http://schemas.microsoft.com/office/drawing/2014/main" id="{7F8F626F-C72B-DF49-8CED-B4106C8EE87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0082"/>
          <a:stretch/>
        </p:blipFill>
        <p:spPr>
          <a:xfrm>
            <a:off x="0" y="0"/>
            <a:ext cx="5549900" cy="6858000"/>
          </a:xfrm>
          <a:prstGeom prst="rect">
            <a:avLst/>
          </a:prstGeom>
        </p:spPr>
      </p:pic>
      <p:sp>
        <p:nvSpPr>
          <p:cNvPr id="87" name="AutoShape 51">
            <a:extLst>
              <a:ext uri="{FF2B5EF4-FFF2-40B4-BE49-F238E27FC236}">
                <a16:creationId xmlns:a16="http://schemas.microsoft.com/office/drawing/2014/main" id="{01763436-8484-4B6D-8A28-B5231DC61CD9}"/>
              </a:ext>
            </a:extLst>
          </p:cNvPr>
          <p:cNvSpPr>
            <a:spLocks noChangeAspect="1" noChangeArrowheads="1" noTextEdit="1"/>
          </p:cNvSpPr>
          <p:nvPr userDrawn="1"/>
        </p:nvSpPr>
        <p:spPr bwMode="auto">
          <a:xfrm>
            <a:off x="0" y="1589088"/>
            <a:ext cx="2663825" cy="171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7905" y="6404039"/>
            <a:ext cx="1143000" cy="354330"/>
          </a:xfrm>
          <a:prstGeom prst="rect">
            <a:avLst/>
          </a:prstGeom>
        </p:spPr>
      </p:pic>
      <p:pic>
        <p:nvPicPr>
          <p:cNvPr id="36" name="Graphic 35">
            <a:extLst>
              <a:ext uri="{FF2B5EF4-FFF2-40B4-BE49-F238E27FC236}">
                <a16:creationId xmlns:a16="http://schemas.microsoft.com/office/drawing/2014/main" id="{214A3F9F-155B-FD4D-9057-3F93776DF0D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241279" y="5858329"/>
            <a:ext cx="1453896" cy="692331"/>
          </a:xfrm>
          <a:prstGeom prst="rect">
            <a:avLst/>
          </a:prstGeom>
        </p:spPr>
      </p:pic>
      <p:grpSp>
        <p:nvGrpSpPr>
          <p:cNvPr id="16" name="Group 15">
            <a:extLst>
              <a:ext uri="{FF2B5EF4-FFF2-40B4-BE49-F238E27FC236}">
                <a16:creationId xmlns:a16="http://schemas.microsoft.com/office/drawing/2014/main" id="{5B6BFDC7-6534-D148-9580-66217D95CF4B}"/>
              </a:ext>
            </a:extLst>
          </p:cNvPr>
          <p:cNvGrpSpPr/>
          <p:nvPr userDrawn="1"/>
        </p:nvGrpSpPr>
        <p:grpSpPr>
          <a:xfrm>
            <a:off x="6459538" y="2763838"/>
            <a:ext cx="2135188" cy="2219325"/>
            <a:chOff x="6459538" y="2763838"/>
            <a:chExt cx="2135188" cy="2219325"/>
          </a:xfrm>
        </p:grpSpPr>
        <p:sp>
          <p:nvSpPr>
            <p:cNvPr id="17" name="Line 5">
              <a:extLst>
                <a:ext uri="{FF2B5EF4-FFF2-40B4-BE49-F238E27FC236}">
                  <a16:creationId xmlns:a16="http://schemas.microsoft.com/office/drawing/2014/main" id="{A0998714-F221-1142-A0F8-7A9ABA756E27}"/>
                </a:ext>
              </a:extLst>
            </p:cNvPr>
            <p:cNvSpPr>
              <a:spLocks noChangeShapeType="1"/>
            </p:cNvSpPr>
            <p:nvPr userDrawn="1"/>
          </p:nvSpPr>
          <p:spPr bwMode="auto">
            <a:xfrm flipH="1">
              <a:off x="6672263" y="4613275"/>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6">
              <a:extLst>
                <a:ext uri="{FF2B5EF4-FFF2-40B4-BE49-F238E27FC236}">
                  <a16:creationId xmlns:a16="http://schemas.microsoft.com/office/drawing/2014/main" id="{8C25EA3D-661D-D14C-9367-171F9E8A24D6}"/>
                </a:ext>
              </a:extLst>
            </p:cNvPr>
            <p:cNvSpPr>
              <a:spLocks noChangeShapeType="1"/>
            </p:cNvSpPr>
            <p:nvPr userDrawn="1"/>
          </p:nvSpPr>
          <p:spPr bwMode="auto">
            <a:xfrm>
              <a:off x="6672263" y="2763838"/>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Line 7">
              <a:extLst>
                <a:ext uri="{FF2B5EF4-FFF2-40B4-BE49-F238E27FC236}">
                  <a16:creationId xmlns:a16="http://schemas.microsoft.com/office/drawing/2014/main" id="{8249C8A5-87AD-8143-A85A-F2407D58A792}"/>
                </a:ext>
              </a:extLst>
            </p:cNvPr>
            <p:cNvSpPr>
              <a:spLocks noChangeShapeType="1"/>
            </p:cNvSpPr>
            <p:nvPr userDrawn="1"/>
          </p:nvSpPr>
          <p:spPr bwMode="auto">
            <a:xfrm flipH="1">
              <a:off x="6886575" y="3873500"/>
              <a:ext cx="85248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Line 8">
              <a:extLst>
                <a:ext uri="{FF2B5EF4-FFF2-40B4-BE49-F238E27FC236}">
                  <a16:creationId xmlns:a16="http://schemas.microsoft.com/office/drawing/2014/main" id="{D561908F-C721-844D-B539-C8264B2ED57E}"/>
                </a:ext>
              </a:extLst>
            </p:cNvPr>
            <p:cNvSpPr>
              <a:spLocks noChangeShapeType="1"/>
            </p:cNvSpPr>
            <p:nvPr userDrawn="1"/>
          </p:nvSpPr>
          <p:spPr bwMode="auto">
            <a:xfrm flipH="1" flipV="1">
              <a:off x="7100888" y="3503613"/>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9">
              <a:extLst>
                <a:ext uri="{FF2B5EF4-FFF2-40B4-BE49-F238E27FC236}">
                  <a16:creationId xmlns:a16="http://schemas.microsoft.com/office/drawing/2014/main" id="{43133B8F-453E-C349-9018-AD1F563B8E76}"/>
                </a:ext>
              </a:extLst>
            </p:cNvPr>
            <p:cNvSpPr>
              <a:spLocks noChangeShapeType="1"/>
            </p:cNvSpPr>
            <p:nvPr userDrawn="1"/>
          </p:nvSpPr>
          <p:spPr bwMode="auto">
            <a:xfrm>
              <a:off x="8167688" y="3873500"/>
              <a:ext cx="4270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0">
              <a:extLst>
                <a:ext uri="{FF2B5EF4-FFF2-40B4-BE49-F238E27FC236}">
                  <a16:creationId xmlns:a16="http://schemas.microsoft.com/office/drawing/2014/main" id="{A3C5B9C8-337A-B342-BEDE-DB4008AFB24A}"/>
                </a:ext>
              </a:extLst>
            </p:cNvPr>
            <p:cNvSpPr>
              <a:spLocks noChangeShapeType="1"/>
            </p:cNvSpPr>
            <p:nvPr userDrawn="1"/>
          </p:nvSpPr>
          <p:spPr bwMode="auto">
            <a:xfrm flipH="1">
              <a:off x="7100888" y="3503613"/>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1">
              <a:extLst>
                <a:ext uri="{FF2B5EF4-FFF2-40B4-BE49-F238E27FC236}">
                  <a16:creationId xmlns:a16="http://schemas.microsoft.com/office/drawing/2014/main" id="{18DBD3E8-669E-4D4F-B340-637822E40B86}"/>
                </a:ext>
              </a:extLst>
            </p:cNvPr>
            <p:cNvSpPr>
              <a:spLocks/>
            </p:cNvSpPr>
            <p:nvPr userDrawn="1"/>
          </p:nvSpPr>
          <p:spPr bwMode="auto">
            <a:xfrm>
              <a:off x="6672263" y="4243388"/>
              <a:ext cx="642938" cy="369888"/>
            </a:xfrm>
            <a:custGeom>
              <a:avLst/>
              <a:gdLst>
                <a:gd name="T0" fmla="*/ 0 w 405"/>
                <a:gd name="T1" fmla="*/ 0 h 233"/>
                <a:gd name="T2" fmla="*/ 270 w 405"/>
                <a:gd name="T3" fmla="*/ 0 h 233"/>
                <a:gd name="T4" fmla="*/ 270 w 405"/>
                <a:gd name="T5" fmla="*/ 0 h 233"/>
                <a:gd name="T6" fmla="*/ 405 w 405"/>
                <a:gd name="T7" fmla="*/ 233 h 233"/>
              </a:gdLst>
              <a:ahLst/>
              <a:cxnLst>
                <a:cxn ang="0">
                  <a:pos x="T0" y="T1"/>
                </a:cxn>
                <a:cxn ang="0">
                  <a:pos x="T2" y="T3"/>
                </a:cxn>
                <a:cxn ang="0">
                  <a:pos x="T4" y="T5"/>
                </a:cxn>
                <a:cxn ang="0">
                  <a:pos x="T6" y="T7"/>
                </a:cxn>
              </a:cxnLst>
              <a:rect l="0" t="0" r="r" b="b"/>
              <a:pathLst>
                <a:path w="405" h="233">
                  <a:moveTo>
                    <a:pt x="0" y="0"/>
                  </a:moveTo>
                  <a:lnTo>
                    <a:pt x="270" y="0"/>
                  </a:lnTo>
                  <a:lnTo>
                    <a:pt x="270" y="0"/>
                  </a:lnTo>
                  <a:lnTo>
                    <a:pt x="405"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2">
              <a:extLst>
                <a:ext uri="{FF2B5EF4-FFF2-40B4-BE49-F238E27FC236}">
                  <a16:creationId xmlns:a16="http://schemas.microsoft.com/office/drawing/2014/main" id="{A126D044-8C5D-A841-9F01-EA13A074F9AA}"/>
                </a:ext>
              </a:extLst>
            </p:cNvPr>
            <p:cNvSpPr>
              <a:spLocks/>
            </p:cNvSpPr>
            <p:nvPr userDrawn="1"/>
          </p:nvSpPr>
          <p:spPr bwMode="auto">
            <a:xfrm>
              <a:off x="6672263" y="3133725"/>
              <a:ext cx="642938" cy="369888"/>
            </a:xfrm>
            <a:custGeom>
              <a:avLst/>
              <a:gdLst>
                <a:gd name="T0" fmla="*/ 405 w 405"/>
                <a:gd name="T1" fmla="*/ 0 h 233"/>
                <a:gd name="T2" fmla="*/ 270 w 405"/>
                <a:gd name="T3" fmla="*/ 233 h 233"/>
                <a:gd name="T4" fmla="*/ 270 w 405"/>
                <a:gd name="T5" fmla="*/ 233 h 233"/>
                <a:gd name="T6" fmla="*/ 0 w 405"/>
                <a:gd name="T7" fmla="*/ 233 h 233"/>
              </a:gdLst>
              <a:ahLst/>
              <a:cxnLst>
                <a:cxn ang="0">
                  <a:pos x="T0" y="T1"/>
                </a:cxn>
                <a:cxn ang="0">
                  <a:pos x="T2" y="T3"/>
                </a:cxn>
                <a:cxn ang="0">
                  <a:pos x="T4" y="T5"/>
                </a:cxn>
                <a:cxn ang="0">
                  <a:pos x="T6" y="T7"/>
                </a:cxn>
              </a:cxnLst>
              <a:rect l="0" t="0" r="r" b="b"/>
              <a:pathLst>
                <a:path w="405" h="233">
                  <a:moveTo>
                    <a:pt x="405" y="0"/>
                  </a:moveTo>
                  <a:lnTo>
                    <a:pt x="270" y="233"/>
                  </a:lnTo>
                  <a:lnTo>
                    <a:pt x="270" y="233"/>
                  </a:lnTo>
                  <a:lnTo>
                    <a:pt x="0"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3">
              <a:extLst>
                <a:ext uri="{FF2B5EF4-FFF2-40B4-BE49-F238E27FC236}">
                  <a16:creationId xmlns:a16="http://schemas.microsoft.com/office/drawing/2014/main" id="{CAB34FEA-DDAF-7648-8700-F36E7250E455}"/>
                </a:ext>
              </a:extLst>
            </p:cNvPr>
            <p:cNvSpPr>
              <a:spLocks/>
            </p:cNvSpPr>
            <p:nvPr userDrawn="1"/>
          </p:nvSpPr>
          <p:spPr bwMode="auto">
            <a:xfrm>
              <a:off x="7739063" y="3503613"/>
              <a:ext cx="214313" cy="739775"/>
            </a:xfrm>
            <a:custGeom>
              <a:avLst/>
              <a:gdLst>
                <a:gd name="T0" fmla="*/ 135 w 135"/>
                <a:gd name="T1" fmla="*/ 0 h 466"/>
                <a:gd name="T2" fmla="*/ 2 w 135"/>
                <a:gd name="T3" fmla="*/ 233 h 466"/>
                <a:gd name="T4" fmla="*/ 0 w 135"/>
                <a:gd name="T5" fmla="*/ 233 h 466"/>
                <a:gd name="T6" fmla="*/ 135 w 135"/>
                <a:gd name="T7" fmla="*/ 466 h 466"/>
              </a:gdLst>
              <a:ahLst/>
              <a:cxnLst>
                <a:cxn ang="0">
                  <a:pos x="T0" y="T1"/>
                </a:cxn>
                <a:cxn ang="0">
                  <a:pos x="T2" y="T3"/>
                </a:cxn>
                <a:cxn ang="0">
                  <a:pos x="T4" y="T5"/>
                </a:cxn>
                <a:cxn ang="0">
                  <a:pos x="T6" y="T7"/>
                </a:cxn>
              </a:cxnLst>
              <a:rect l="0" t="0" r="r" b="b"/>
              <a:pathLst>
                <a:path w="135" h="466">
                  <a:moveTo>
                    <a:pt x="135" y="0"/>
                  </a:moveTo>
                  <a:lnTo>
                    <a:pt x="2" y="233"/>
                  </a:lnTo>
                  <a:lnTo>
                    <a:pt x="0" y="233"/>
                  </a:lnTo>
                  <a:lnTo>
                    <a:pt x="135" y="466"/>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4">
              <a:extLst>
                <a:ext uri="{FF2B5EF4-FFF2-40B4-BE49-F238E27FC236}">
                  <a16:creationId xmlns:a16="http://schemas.microsoft.com/office/drawing/2014/main" id="{5F7BD03D-B5EE-9E4F-A554-AE71E3837EE1}"/>
                </a:ext>
              </a:extLst>
            </p:cNvPr>
            <p:cNvSpPr>
              <a:spLocks/>
            </p:cNvSpPr>
            <p:nvPr userDrawn="1"/>
          </p:nvSpPr>
          <p:spPr bwMode="auto">
            <a:xfrm>
              <a:off x="6672263" y="3133725"/>
              <a:ext cx="1495425" cy="1479550"/>
            </a:xfrm>
            <a:custGeom>
              <a:avLst/>
              <a:gdLst>
                <a:gd name="T0" fmla="*/ 443 w 517"/>
                <a:gd name="T1" fmla="*/ 128 h 512"/>
                <a:gd name="T2" fmla="*/ 296 w 517"/>
                <a:gd name="T3" fmla="*/ 128 h 512"/>
                <a:gd name="T4" fmla="*/ 222 w 517"/>
                <a:gd name="T5" fmla="*/ 0 h 512"/>
                <a:gd name="T6" fmla="*/ 222 w 517"/>
                <a:gd name="T7" fmla="*/ 0 h 512"/>
                <a:gd name="T8" fmla="*/ 74 w 517"/>
                <a:gd name="T9" fmla="*/ 0 h 512"/>
                <a:gd name="T10" fmla="*/ 0 w 517"/>
                <a:gd name="T11" fmla="*/ 128 h 512"/>
                <a:gd name="T12" fmla="*/ 74 w 517"/>
                <a:gd name="T13" fmla="*/ 256 h 512"/>
                <a:gd name="T14" fmla="*/ 0 w 517"/>
                <a:gd name="T15" fmla="*/ 384 h 512"/>
                <a:gd name="T16" fmla="*/ 74 w 517"/>
                <a:gd name="T17" fmla="*/ 512 h 512"/>
                <a:gd name="T18" fmla="*/ 222 w 517"/>
                <a:gd name="T19" fmla="*/ 512 h 512"/>
                <a:gd name="T20" fmla="*/ 222 w 517"/>
                <a:gd name="T21" fmla="*/ 512 h 512"/>
                <a:gd name="T22" fmla="*/ 296 w 517"/>
                <a:gd name="T23" fmla="*/ 384 h 512"/>
                <a:gd name="T24" fmla="*/ 443 w 517"/>
                <a:gd name="T25" fmla="*/ 384 h 512"/>
                <a:gd name="T26" fmla="*/ 443 w 517"/>
                <a:gd name="T27" fmla="*/ 384 h 512"/>
                <a:gd name="T28" fmla="*/ 517 w 517"/>
                <a:gd name="T29" fmla="*/ 256 h 512"/>
                <a:gd name="T30" fmla="*/ 443 w 517"/>
                <a:gd name="T31"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7" h="512">
                  <a:moveTo>
                    <a:pt x="443" y="128"/>
                  </a:moveTo>
                  <a:cubicBezTo>
                    <a:pt x="296" y="128"/>
                    <a:pt x="296" y="128"/>
                    <a:pt x="296" y="128"/>
                  </a:cubicBezTo>
                  <a:cubicBezTo>
                    <a:pt x="222" y="0"/>
                    <a:pt x="222" y="0"/>
                    <a:pt x="222" y="0"/>
                  </a:cubicBezTo>
                  <a:cubicBezTo>
                    <a:pt x="222" y="0"/>
                    <a:pt x="222" y="0"/>
                    <a:pt x="222" y="0"/>
                  </a:cubicBezTo>
                  <a:cubicBezTo>
                    <a:pt x="74" y="0"/>
                    <a:pt x="74" y="0"/>
                    <a:pt x="74" y="0"/>
                  </a:cubicBezTo>
                  <a:cubicBezTo>
                    <a:pt x="74" y="0"/>
                    <a:pt x="0" y="128"/>
                    <a:pt x="0" y="128"/>
                  </a:cubicBezTo>
                  <a:cubicBezTo>
                    <a:pt x="74" y="256"/>
                    <a:pt x="74" y="256"/>
                    <a:pt x="74" y="256"/>
                  </a:cubicBezTo>
                  <a:cubicBezTo>
                    <a:pt x="74" y="256"/>
                    <a:pt x="0" y="384"/>
                    <a:pt x="0" y="384"/>
                  </a:cubicBezTo>
                  <a:cubicBezTo>
                    <a:pt x="74" y="512"/>
                    <a:pt x="74" y="512"/>
                    <a:pt x="74" y="512"/>
                  </a:cubicBezTo>
                  <a:cubicBezTo>
                    <a:pt x="222" y="512"/>
                    <a:pt x="222" y="512"/>
                    <a:pt x="222" y="512"/>
                  </a:cubicBezTo>
                  <a:cubicBezTo>
                    <a:pt x="222" y="512"/>
                    <a:pt x="222" y="512"/>
                    <a:pt x="222" y="512"/>
                  </a:cubicBezTo>
                  <a:cubicBezTo>
                    <a:pt x="296" y="384"/>
                    <a:pt x="296" y="384"/>
                    <a:pt x="296" y="384"/>
                  </a:cubicBezTo>
                  <a:cubicBezTo>
                    <a:pt x="443" y="384"/>
                    <a:pt x="443" y="384"/>
                    <a:pt x="443" y="384"/>
                  </a:cubicBezTo>
                  <a:cubicBezTo>
                    <a:pt x="443" y="384"/>
                    <a:pt x="443" y="384"/>
                    <a:pt x="443" y="384"/>
                  </a:cubicBezTo>
                  <a:cubicBezTo>
                    <a:pt x="517" y="256"/>
                    <a:pt x="517" y="256"/>
                    <a:pt x="517" y="256"/>
                  </a:cubicBezTo>
                  <a:cubicBezTo>
                    <a:pt x="443" y="128"/>
                    <a:pt x="443" y="128"/>
                    <a:pt x="443" y="128"/>
                  </a:cubicBezTo>
                  <a:close/>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5">
              <a:extLst>
                <a:ext uri="{FF2B5EF4-FFF2-40B4-BE49-F238E27FC236}">
                  <a16:creationId xmlns:a16="http://schemas.microsoft.com/office/drawing/2014/main" id="{2B3BA36E-51B6-B94D-B586-7B5ADE6E28C8}"/>
                </a:ext>
              </a:extLst>
            </p:cNvPr>
            <p:cNvSpPr>
              <a:spLocks/>
            </p:cNvSpPr>
            <p:nvPr userDrawn="1"/>
          </p:nvSpPr>
          <p:spPr bwMode="auto">
            <a:xfrm>
              <a:off x="6459538" y="2763838"/>
              <a:ext cx="2135188" cy="2219325"/>
            </a:xfrm>
            <a:custGeom>
              <a:avLst/>
              <a:gdLst>
                <a:gd name="T0" fmla="*/ 539 w 1345"/>
                <a:gd name="T1" fmla="*/ 1165 h 1398"/>
                <a:gd name="T2" fmla="*/ 806 w 1345"/>
                <a:gd name="T3" fmla="*/ 1165 h 1398"/>
                <a:gd name="T4" fmla="*/ 941 w 1345"/>
                <a:gd name="T5" fmla="*/ 932 h 1398"/>
                <a:gd name="T6" fmla="*/ 941 w 1345"/>
                <a:gd name="T7" fmla="*/ 932 h 1398"/>
                <a:gd name="T8" fmla="*/ 1210 w 1345"/>
                <a:gd name="T9" fmla="*/ 932 h 1398"/>
                <a:gd name="T10" fmla="*/ 1345 w 1345"/>
                <a:gd name="T11" fmla="*/ 699 h 1398"/>
                <a:gd name="T12" fmla="*/ 1210 w 1345"/>
                <a:gd name="T13" fmla="*/ 466 h 1398"/>
                <a:gd name="T14" fmla="*/ 941 w 1345"/>
                <a:gd name="T15" fmla="*/ 466 h 1398"/>
                <a:gd name="T16" fmla="*/ 941 w 1345"/>
                <a:gd name="T17" fmla="*/ 466 h 1398"/>
                <a:gd name="T18" fmla="*/ 806 w 1345"/>
                <a:gd name="T19" fmla="*/ 233 h 1398"/>
                <a:gd name="T20" fmla="*/ 539 w 1345"/>
                <a:gd name="T21" fmla="*/ 233 h 1398"/>
                <a:gd name="T22" fmla="*/ 539 w 1345"/>
                <a:gd name="T23" fmla="*/ 233 h 1398"/>
                <a:gd name="T24" fmla="*/ 404 w 1345"/>
                <a:gd name="T25" fmla="*/ 0 h 1398"/>
                <a:gd name="T26" fmla="*/ 134 w 1345"/>
                <a:gd name="T27" fmla="*/ 0 h 1398"/>
                <a:gd name="T28" fmla="*/ 0 w 1345"/>
                <a:gd name="T29" fmla="*/ 233 h 1398"/>
                <a:gd name="T30" fmla="*/ 134 w 1345"/>
                <a:gd name="T31" fmla="*/ 466 h 1398"/>
                <a:gd name="T32" fmla="*/ 134 w 1345"/>
                <a:gd name="T33" fmla="*/ 466 h 1398"/>
                <a:gd name="T34" fmla="*/ 0 w 1345"/>
                <a:gd name="T35" fmla="*/ 699 h 1398"/>
                <a:gd name="T36" fmla="*/ 134 w 1345"/>
                <a:gd name="T37" fmla="*/ 932 h 1398"/>
                <a:gd name="T38" fmla="*/ 134 w 1345"/>
                <a:gd name="T39" fmla="*/ 932 h 1398"/>
                <a:gd name="T40" fmla="*/ 0 w 1345"/>
                <a:gd name="T41" fmla="*/ 1165 h 1398"/>
                <a:gd name="T42" fmla="*/ 134 w 1345"/>
                <a:gd name="T43" fmla="*/ 1398 h 1398"/>
                <a:gd name="T44" fmla="*/ 404 w 1345"/>
                <a:gd name="T45" fmla="*/ 1398 h 1398"/>
                <a:gd name="T46" fmla="*/ 539 w 1345"/>
                <a:gd name="T47" fmla="*/ 1165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5" h="1398">
                  <a:moveTo>
                    <a:pt x="539" y="1165"/>
                  </a:moveTo>
                  <a:lnTo>
                    <a:pt x="806" y="1165"/>
                  </a:lnTo>
                  <a:lnTo>
                    <a:pt x="941" y="932"/>
                  </a:lnTo>
                  <a:lnTo>
                    <a:pt x="941" y="932"/>
                  </a:lnTo>
                  <a:lnTo>
                    <a:pt x="1210" y="932"/>
                  </a:lnTo>
                  <a:lnTo>
                    <a:pt x="1345" y="699"/>
                  </a:lnTo>
                  <a:lnTo>
                    <a:pt x="1210" y="466"/>
                  </a:lnTo>
                  <a:lnTo>
                    <a:pt x="941" y="466"/>
                  </a:lnTo>
                  <a:lnTo>
                    <a:pt x="941" y="466"/>
                  </a:lnTo>
                  <a:lnTo>
                    <a:pt x="806" y="233"/>
                  </a:lnTo>
                  <a:lnTo>
                    <a:pt x="539" y="233"/>
                  </a:lnTo>
                  <a:lnTo>
                    <a:pt x="539" y="233"/>
                  </a:lnTo>
                  <a:lnTo>
                    <a:pt x="404" y="0"/>
                  </a:lnTo>
                  <a:lnTo>
                    <a:pt x="134" y="0"/>
                  </a:lnTo>
                  <a:lnTo>
                    <a:pt x="0" y="233"/>
                  </a:lnTo>
                  <a:lnTo>
                    <a:pt x="134" y="466"/>
                  </a:lnTo>
                  <a:lnTo>
                    <a:pt x="134" y="466"/>
                  </a:lnTo>
                  <a:lnTo>
                    <a:pt x="0" y="699"/>
                  </a:lnTo>
                  <a:lnTo>
                    <a:pt x="134" y="932"/>
                  </a:lnTo>
                  <a:lnTo>
                    <a:pt x="134" y="932"/>
                  </a:lnTo>
                  <a:lnTo>
                    <a:pt x="0" y="1165"/>
                  </a:lnTo>
                  <a:lnTo>
                    <a:pt x="134" y="1398"/>
                  </a:lnTo>
                  <a:lnTo>
                    <a:pt x="404" y="1398"/>
                  </a:lnTo>
                  <a:lnTo>
                    <a:pt x="539" y="1165"/>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1" name="Freeform 5">
            <a:extLst>
              <a:ext uri="{FF2B5EF4-FFF2-40B4-BE49-F238E27FC236}">
                <a16:creationId xmlns:a16="http://schemas.microsoft.com/office/drawing/2014/main" id="{EECD93CD-993F-534C-9847-892A314208F5}"/>
              </a:ext>
            </a:extLst>
          </p:cNvPr>
          <p:cNvSpPr>
            <a:spLocks noEditPoints="1"/>
          </p:cNvSpPr>
          <p:nvPr userDrawn="1"/>
        </p:nvSpPr>
        <p:spPr bwMode="auto">
          <a:xfrm>
            <a:off x="4101874" y="-3175"/>
            <a:ext cx="5530235" cy="6861176"/>
          </a:xfrm>
          <a:custGeom>
            <a:avLst/>
            <a:gdLst>
              <a:gd name="T0" fmla="*/ 738 w 1934"/>
              <a:gd name="T1" fmla="*/ 2360 h 2400"/>
              <a:gd name="T2" fmla="*/ 737 w 1934"/>
              <a:gd name="T3" fmla="*/ 2364 h 2400"/>
              <a:gd name="T4" fmla="*/ 729 w 1934"/>
              <a:gd name="T5" fmla="*/ 2364 h 2400"/>
              <a:gd name="T6" fmla="*/ 725 w 1934"/>
              <a:gd name="T7" fmla="*/ 2384 h 2400"/>
              <a:gd name="T8" fmla="*/ 722 w 1934"/>
              <a:gd name="T9" fmla="*/ 2384 h 2400"/>
              <a:gd name="T10" fmla="*/ 725 w 1934"/>
              <a:gd name="T11" fmla="*/ 2364 h 2400"/>
              <a:gd name="T12" fmla="*/ 718 w 1934"/>
              <a:gd name="T13" fmla="*/ 2364 h 2400"/>
              <a:gd name="T14" fmla="*/ 718 w 1934"/>
              <a:gd name="T15" fmla="*/ 2360 h 2400"/>
              <a:gd name="T16" fmla="*/ 738 w 1934"/>
              <a:gd name="T17" fmla="*/ 2360 h 2400"/>
              <a:gd name="T18" fmla="*/ 763 w 1934"/>
              <a:gd name="T19" fmla="*/ 2360 h 2400"/>
              <a:gd name="T20" fmla="*/ 752 w 1934"/>
              <a:gd name="T21" fmla="*/ 2374 h 2400"/>
              <a:gd name="T22" fmla="*/ 745 w 1934"/>
              <a:gd name="T23" fmla="*/ 2360 h 2400"/>
              <a:gd name="T24" fmla="*/ 742 w 1934"/>
              <a:gd name="T25" fmla="*/ 2360 h 2400"/>
              <a:gd name="T26" fmla="*/ 737 w 1934"/>
              <a:gd name="T27" fmla="*/ 2384 h 2400"/>
              <a:gd name="T28" fmla="*/ 741 w 1934"/>
              <a:gd name="T29" fmla="*/ 2384 h 2400"/>
              <a:gd name="T30" fmla="*/ 744 w 1934"/>
              <a:gd name="T31" fmla="*/ 2367 h 2400"/>
              <a:gd name="T32" fmla="*/ 750 w 1934"/>
              <a:gd name="T33" fmla="*/ 2379 h 2400"/>
              <a:gd name="T34" fmla="*/ 752 w 1934"/>
              <a:gd name="T35" fmla="*/ 2379 h 2400"/>
              <a:gd name="T36" fmla="*/ 762 w 1934"/>
              <a:gd name="T37" fmla="*/ 2367 h 2400"/>
              <a:gd name="T38" fmla="*/ 758 w 1934"/>
              <a:gd name="T39" fmla="*/ 2384 h 2400"/>
              <a:gd name="T40" fmla="*/ 762 w 1934"/>
              <a:gd name="T41" fmla="*/ 2384 h 2400"/>
              <a:gd name="T42" fmla="*/ 767 w 1934"/>
              <a:gd name="T43" fmla="*/ 2360 h 2400"/>
              <a:gd name="T44" fmla="*/ 763 w 1934"/>
              <a:gd name="T45" fmla="*/ 2360 h 2400"/>
              <a:gd name="T46" fmla="*/ 1535 w 1934"/>
              <a:gd name="T47" fmla="*/ 0 h 2400"/>
              <a:gd name="T48" fmla="*/ 971 w 1934"/>
              <a:gd name="T49" fmla="*/ 523 h 2400"/>
              <a:gd name="T50" fmla="*/ 1070 w 1934"/>
              <a:gd name="T51" fmla="*/ 0 h 2400"/>
              <a:gd name="T52" fmla="*/ 457 w 1934"/>
              <a:gd name="T53" fmla="*/ 0 h 2400"/>
              <a:gd name="T54" fmla="*/ 0 w 1934"/>
              <a:gd name="T55" fmla="*/ 2400 h 2400"/>
              <a:gd name="T56" fmla="*/ 697 w 1934"/>
              <a:gd name="T57" fmla="*/ 2400 h 2400"/>
              <a:gd name="T58" fmla="*/ 885 w 1934"/>
              <a:gd name="T59" fmla="*/ 1410 h 2400"/>
              <a:gd name="T60" fmla="*/ 1807 w 1934"/>
              <a:gd name="T61" fmla="*/ 666 h 2400"/>
              <a:gd name="T62" fmla="*/ 1934 w 1934"/>
              <a:gd name="T63" fmla="*/ 0 h 2400"/>
              <a:gd name="T64" fmla="*/ 1535 w 1934"/>
              <a:gd name="T65" fmla="*/ 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34" h="2400">
                <a:moveTo>
                  <a:pt x="738" y="2360"/>
                </a:moveTo>
                <a:cubicBezTo>
                  <a:pt x="737" y="2364"/>
                  <a:pt x="737" y="2364"/>
                  <a:pt x="737" y="2364"/>
                </a:cubicBezTo>
                <a:cubicBezTo>
                  <a:pt x="729" y="2364"/>
                  <a:pt x="729" y="2364"/>
                  <a:pt x="729" y="2364"/>
                </a:cubicBezTo>
                <a:cubicBezTo>
                  <a:pt x="725" y="2384"/>
                  <a:pt x="725" y="2384"/>
                  <a:pt x="725" y="2384"/>
                </a:cubicBezTo>
                <a:cubicBezTo>
                  <a:pt x="722" y="2384"/>
                  <a:pt x="722" y="2384"/>
                  <a:pt x="722" y="2384"/>
                </a:cubicBezTo>
                <a:cubicBezTo>
                  <a:pt x="725" y="2364"/>
                  <a:pt x="725" y="2364"/>
                  <a:pt x="725" y="2364"/>
                </a:cubicBezTo>
                <a:cubicBezTo>
                  <a:pt x="718" y="2364"/>
                  <a:pt x="718" y="2364"/>
                  <a:pt x="718" y="2364"/>
                </a:cubicBezTo>
                <a:cubicBezTo>
                  <a:pt x="718" y="2360"/>
                  <a:pt x="718" y="2360"/>
                  <a:pt x="718" y="2360"/>
                </a:cubicBezTo>
                <a:lnTo>
                  <a:pt x="738" y="2360"/>
                </a:lnTo>
                <a:close/>
                <a:moveTo>
                  <a:pt x="763" y="2360"/>
                </a:moveTo>
                <a:cubicBezTo>
                  <a:pt x="752" y="2374"/>
                  <a:pt x="752" y="2374"/>
                  <a:pt x="752" y="2374"/>
                </a:cubicBezTo>
                <a:cubicBezTo>
                  <a:pt x="745" y="2360"/>
                  <a:pt x="745" y="2360"/>
                  <a:pt x="745" y="2360"/>
                </a:cubicBezTo>
                <a:cubicBezTo>
                  <a:pt x="742" y="2360"/>
                  <a:pt x="742" y="2360"/>
                  <a:pt x="742" y="2360"/>
                </a:cubicBezTo>
                <a:cubicBezTo>
                  <a:pt x="737" y="2384"/>
                  <a:pt x="737" y="2384"/>
                  <a:pt x="737" y="2384"/>
                </a:cubicBezTo>
                <a:cubicBezTo>
                  <a:pt x="741" y="2384"/>
                  <a:pt x="741" y="2384"/>
                  <a:pt x="741" y="2384"/>
                </a:cubicBezTo>
                <a:cubicBezTo>
                  <a:pt x="744" y="2367"/>
                  <a:pt x="744" y="2367"/>
                  <a:pt x="744" y="2367"/>
                </a:cubicBezTo>
                <a:cubicBezTo>
                  <a:pt x="750" y="2379"/>
                  <a:pt x="750" y="2379"/>
                  <a:pt x="750" y="2379"/>
                </a:cubicBezTo>
                <a:cubicBezTo>
                  <a:pt x="752" y="2379"/>
                  <a:pt x="752" y="2379"/>
                  <a:pt x="752" y="2379"/>
                </a:cubicBezTo>
                <a:cubicBezTo>
                  <a:pt x="762" y="2367"/>
                  <a:pt x="762" y="2367"/>
                  <a:pt x="762" y="2367"/>
                </a:cubicBezTo>
                <a:cubicBezTo>
                  <a:pt x="758" y="2384"/>
                  <a:pt x="758" y="2384"/>
                  <a:pt x="758" y="2384"/>
                </a:cubicBezTo>
                <a:cubicBezTo>
                  <a:pt x="762" y="2384"/>
                  <a:pt x="762" y="2384"/>
                  <a:pt x="762" y="2384"/>
                </a:cubicBezTo>
                <a:cubicBezTo>
                  <a:pt x="767" y="2360"/>
                  <a:pt x="767" y="2360"/>
                  <a:pt x="767" y="2360"/>
                </a:cubicBezTo>
                <a:lnTo>
                  <a:pt x="763" y="2360"/>
                </a:lnTo>
                <a:close/>
                <a:moveTo>
                  <a:pt x="1535" y="0"/>
                </a:moveTo>
                <a:cubicBezTo>
                  <a:pt x="1283" y="89"/>
                  <a:pt x="1078" y="279"/>
                  <a:pt x="971" y="523"/>
                </a:cubicBezTo>
                <a:cubicBezTo>
                  <a:pt x="1070" y="0"/>
                  <a:pt x="1070" y="0"/>
                  <a:pt x="1070" y="0"/>
                </a:cubicBezTo>
                <a:cubicBezTo>
                  <a:pt x="457" y="0"/>
                  <a:pt x="457" y="0"/>
                  <a:pt x="457" y="0"/>
                </a:cubicBezTo>
                <a:cubicBezTo>
                  <a:pt x="0" y="2400"/>
                  <a:pt x="0" y="2400"/>
                  <a:pt x="0" y="2400"/>
                </a:cubicBezTo>
                <a:cubicBezTo>
                  <a:pt x="697" y="2400"/>
                  <a:pt x="697" y="2400"/>
                  <a:pt x="697" y="2400"/>
                </a:cubicBezTo>
                <a:cubicBezTo>
                  <a:pt x="885" y="1410"/>
                  <a:pt x="885" y="1410"/>
                  <a:pt x="885" y="1410"/>
                </a:cubicBezTo>
                <a:cubicBezTo>
                  <a:pt x="996" y="827"/>
                  <a:pt x="1331" y="593"/>
                  <a:pt x="1807" y="666"/>
                </a:cubicBezTo>
                <a:cubicBezTo>
                  <a:pt x="1934" y="0"/>
                  <a:pt x="1934" y="0"/>
                  <a:pt x="1934" y="0"/>
                </a:cubicBezTo>
                <a:lnTo>
                  <a:pt x="1535"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ysClr val="windowText" lastClr="000000"/>
              </a:solidFill>
            </a:endParaRPr>
          </a:p>
        </p:txBody>
      </p:sp>
      <p:sp>
        <p:nvSpPr>
          <p:cNvPr id="33" name="Title 1">
            <a:extLst>
              <a:ext uri="{FF2B5EF4-FFF2-40B4-BE49-F238E27FC236}">
                <a16:creationId xmlns:a16="http://schemas.microsoft.com/office/drawing/2014/main" id="{D45DB606-EBA3-B340-AE0A-0A7C99C31104}"/>
              </a:ext>
            </a:extLst>
          </p:cNvPr>
          <p:cNvSpPr>
            <a:spLocks noGrp="1"/>
          </p:cNvSpPr>
          <p:nvPr>
            <p:ph type="ctrTitle" hasCustomPrompt="1"/>
          </p:nvPr>
        </p:nvSpPr>
        <p:spPr>
          <a:xfrm>
            <a:off x="361950" y="1347609"/>
            <a:ext cx="4402137" cy="1215717"/>
          </a:xfrm>
          <a:prstGeom prst="rect">
            <a:avLst/>
          </a:prstGeom>
        </p:spPr>
        <p:txBody>
          <a:bodyPr lIns="0" rIns="0" bIns="0" anchor="b" anchorCtr="0">
            <a:spAutoFit/>
          </a:bodyPr>
          <a:lstStyle>
            <a:lvl1pPr algn="l" fontAlgn="b">
              <a:lnSpc>
                <a:spcPct val="100000"/>
              </a:lnSpc>
              <a:defRPr sz="3800">
                <a:solidFill>
                  <a:schemeClr val="bg1"/>
                </a:solidFill>
              </a:defRPr>
            </a:lvl1pPr>
          </a:lstStyle>
          <a:p>
            <a:r>
              <a:rPr lang="en-US" dirty="0"/>
              <a:t>Title with multiple </a:t>
            </a:r>
            <a:br>
              <a:rPr lang="en-US" dirty="0"/>
            </a:br>
            <a:r>
              <a:rPr lang="en-US" dirty="0"/>
              <a:t>lines here</a:t>
            </a:r>
          </a:p>
        </p:txBody>
      </p:sp>
      <p:sp>
        <p:nvSpPr>
          <p:cNvPr id="34" name="Subtitle 2">
            <a:extLst>
              <a:ext uri="{FF2B5EF4-FFF2-40B4-BE49-F238E27FC236}">
                <a16:creationId xmlns:a16="http://schemas.microsoft.com/office/drawing/2014/main" id="{EB67FFF7-5BBD-0A48-8C9E-66BCD65FE6B8}"/>
              </a:ext>
            </a:extLst>
          </p:cNvPr>
          <p:cNvSpPr>
            <a:spLocks noGrp="1"/>
          </p:cNvSpPr>
          <p:nvPr>
            <p:ph type="subTitle" idx="1" hasCustomPrompt="1"/>
          </p:nvPr>
        </p:nvSpPr>
        <p:spPr>
          <a:xfrm>
            <a:off x="377064" y="2682889"/>
            <a:ext cx="4242562" cy="307777"/>
          </a:xfrm>
          <a:prstGeom prst="rect">
            <a:avLst/>
          </a:prstGeom>
        </p:spPr>
        <p:txBody>
          <a:bodyPr lIns="0" tIns="0" rIns="0" bIns="0" anchor="t">
            <a:spAutoFit/>
          </a:bodyPr>
          <a:lstStyle>
            <a:lvl1pPr marL="0" indent="0" algn="l">
              <a:buNone/>
              <a:defRPr sz="20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7" name="Text Placeholder 16">
            <a:extLst>
              <a:ext uri="{FF2B5EF4-FFF2-40B4-BE49-F238E27FC236}">
                <a16:creationId xmlns:a16="http://schemas.microsoft.com/office/drawing/2014/main" id="{7F5DAF53-BA73-2D4A-8CC1-13DB4AD66C7E}"/>
              </a:ext>
            </a:extLst>
          </p:cNvPr>
          <p:cNvSpPr>
            <a:spLocks noGrp="1"/>
          </p:cNvSpPr>
          <p:nvPr>
            <p:ph type="body" sz="quarter" idx="10" hasCustomPrompt="1"/>
          </p:nvPr>
        </p:nvSpPr>
        <p:spPr>
          <a:xfrm>
            <a:off x="361875" y="4953000"/>
            <a:ext cx="4019626" cy="507831"/>
          </a:xfrm>
          <a:prstGeom prst="rect">
            <a:avLst/>
          </a:prstGeom>
        </p:spPr>
        <p:txBody>
          <a:bodyPr l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Tree>
    <p:extLst>
      <p:ext uri="{BB962C8B-B14F-4D97-AF65-F5344CB8AC3E}">
        <p14:creationId xmlns:p14="http://schemas.microsoft.com/office/powerpoint/2010/main" val="5444278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400110"/>
          </a:xfrm>
          <a:prstGeom prst="rect">
            <a:avLst/>
          </a:prstGeom>
        </p:spPr>
        <p:txBody>
          <a:bodyPr vert="horz"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5" name="Footer Placeholder 4">
            <a:extLst>
              <a:ext uri="{FF2B5EF4-FFF2-40B4-BE49-F238E27FC236}">
                <a16:creationId xmlns:a16="http://schemas.microsoft.com/office/drawing/2014/main" id="{1BB41826-900F-1D46-B030-379F4095C07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7" name="Slide Number Placeholder 5">
            <a:extLst>
              <a:ext uri="{FF2B5EF4-FFF2-40B4-BE49-F238E27FC236}">
                <a16:creationId xmlns:a16="http://schemas.microsoft.com/office/drawing/2014/main" id="{AC781982-2F0F-4B4F-995D-06F108DBDB8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3390444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238500" y="361951"/>
            <a:ext cx="558006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255963" y="2677068"/>
            <a:ext cx="5562600" cy="307777"/>
          </a:xfrm>
          <a:prstGeom prst="rect">
            <a:avLst/>
          </a:prstGeom>
        </p:spPr>
        <p:txBody>
          <a:bodyPr vert="horz"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87" name="AutoShape 51">
            <a:extLst>
              <a:ext uri="{FF2B5EF4-FFF2-40B4-BE49-F238E27FC236}">
                <a16:creationId xmlns:a16="http://schemas.microsoft.com/office/drawing/2014/main" id="{01763436-8484-4B6D-8A28-B5231DC61CD9}"/>
              </a:ext>
            </a:extLst>
          </p:cNvPr>
          <p:cNvSpPr>
            <a:spLocks noChangeAspect="1" noChangeArrowheads="1" noTextEdit="1"/>
          </p:cNvSpPr>
          <p:nvPr userDrawn="1"/>
        </p:nvSpPr>
        <p:spPr bwMode="auto">
          <a:xfrm>
            <a:off x="0" y="1589088"/>
            <a:ext cx="2663825" cy="171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6" name="Group 95">
            <a:extLst>
              <a:ext uri="{FF2B5EF4-FFF2-40B4-BE49-F238E27FC236}">
                <a16:creationId xmlns:a16="http://schemas.microsoft.com/office/drawing/2014/main" id="{F8BE3653-DAC2-449B-A81B-2F105D73F689}"/>
              </a:ext>
            </a:extLst>
          </p:cNvPr>
          <p:cNvGrpSpPr/>
          <p:nvPr userDrawn="1"/>
        </p:nvGrpSpPr>
        <p:grpSpPr>
          <a:xfrm>
            <a:off x="3175" y="1609725"/>
            <a:ext cx="2643188" cy="1677987"/>
            <a:chOff x="3175" y="1609725"/>
            <a:chExt cx="2643188" cy="1677987"/>
          </a:xfrm>
        </p:grpSpPr>
        <p:sp>
          <p:nvSpPr>
            <p:cNvPr id="88" name="Freeform 53">
              <a:extLst>
                <a:ext uri="{FF2B5EF4-FFF2-40B4-BE49-F238E27FC236}">
                  <a16:creationId xmlns:a16="http://schemas.microsoft.com/office/drawing/2014/main" id="{AE4A5581-9943-4DED-9C9A-BFD5D1AF130F}"/>
                </a:ext>
              </a:extLst>
            </p:cNvPr>
            <p:cNvSpPr>
              <a:spLocks/>
            </p:cNvSpPr>
            <p:nvPr userDrawn="1"/>
          </p:nvSpPr>
          <p:spPr bwMode="auto">
            <a:xfrm>
              <a:off x="2081213" y="2924175"/>
              <a:ext cx="177800" cy="363537"/>
            </a:xfrm>
            <a:custGeom>
              <a:avLst/>
              <a:gdLst>
                <a:gd name="T0" fmla="*/ 0 w 63"/>
                <a:gd name="T1" fmla="*/ 128 h 128"/>
                <a:gd name="T2" fmla="*/ 62 w 63"/>
                <a:gd name="T3" fmla="*/ 66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54">
              <a:extLst>
                <a:ext uri="{FF2B5EF4-FFF2-40B4-BE49-F238E27FC236}">
                  <a16:creationId xmlns:a16="http://schemas.microsoft.com/office/drawing/2014/main" id="{D482E0A6-AC2C-400B-8E06-E9944BECF45F}"/>
                </a:ext>
              </a:extLst>
            </p:cNvPr>
            <p:cNvSpPr>
              <a:spLocks/>
            </p:cNvSpPr>
            <p:nvPr userDrawn="1"/>
          </p:nvSpPr>
          <p:spPr bwMode="auto">
            <a:xfrm>
              <a:off x="2081213" y="1609725"/>
              <a:ext cx="177800" cy="363537"/>
            </a:xfrm>
            <a:custGeom>
              <a:avLst/>
              <a:gdLst>
                <a:gd name="T0" fmla="*/ 0 w 63"/>
                <a:gd name="T1" fmla="*/ 128 h 128"/>
                <a:gd name="T2" fmla="*/ 62 w 63"/>
                <a:gd name="T3" fmla="*/ 66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55">
              <a:extLst>
                <a:ext uri="{FF2B5EF4-FFF2-40B4-BE49-F238E27FC236}">
                  <a16:creationId xmlns:a16="http://schemas.microsoft.com/office/drawing/2014/main" id="{D0735FA7-F82F-4699-9C14-BA656DD0EBCC}"/>
                </a:ext>
              </a:extLst>
            </p:cNvPr>
            <p:cNvSpPr>
              <a:spLocks/>
            </p:cNvSpPr>
            <p:nvPr userDrawn="1"/>
          </p:nvSpPr>
          <p:spPr bwMode="auto">
            <a:xfrm>
              <a:off x="2466975" y="2000250"/>
              <a:ext cx="179388" cy="365125"/>
            </a:xfrm>
            <a:custGeom>
              <a:avLst/>
              <a:gdLst>
                <a:gd name="T0" fmla="*/ 0 w 63"/>
                <a:gd name="T1" fmla="*/ 128 h 128"/>
                <a:gd name="T2" fmla="*/ 62 w 63"/>
                <a:gd name="T3" fmla="*/ 67 h 128"/>
                <a:gd name="T4" fmla="*/ 62 w 63"/>
                <a:gd name="T5" fmla="*/ 62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7"/>
                    <a:pt x="62" y="67"/>
                    <a:pt x="62" y="67"/>
                  </a:cubicBezTo>
                  <a:cubicBezTo>
                    <a:pt x="63" y="65"/>
                    <a:pt x="63" y="63"/>
                    <a:pt x="62" y="62"/>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56">
              <a:extLst>
                <a:ext uri="{FF2B5EF4-FFF2-40B4-BE49-F238E27FC236}">
                  <a16:creationId xmlns:a16="http://schemas.microsoft.com/office/drawing/2014/main" id="{594DAFDF-F9DC-4CDF-AE92-E3A87ACA929F}"/>
                </a:ext>
              </a:extLst>
            </p:cNvPr>
            <p:cNvSpPr>
              <a:spLocks/>
            </p:cNvSpPr>
            <p:nvPr userDrawn="1"/>
          </p:nvSpPr>
          <p:spPr bwMode="auto">
            <a:xfrm>
              <a:off x="2466975" y="2533650"/>
              <a:ext cx="179388" cy="363537"/>
            </a:xfrm>
            <a:custGeom>
              <a:avLst/>
              <a:gdLst>
                <a:gd name="T0" fmla="*/ 0 w 63"/>
                <a:gd name="T1" fmla="*/ 128 h 128"/>
                <a:gd name="T2" fmla="*/ 62 w 63"/>
                <a:gd name="T3" fmla="*/ 66 h 128"/>
                <a:gd name="T4" fmla="*/ 62 w 63"/>
                <a:gd name="T5" fmla="*/ 61 h 128"/>
                <a:gd name="T6" fmla="*/ 0 w 63"/>
                <a:gd name="T7" fmla="*/ 0 h 128"/>
              </a:gdLst>
              <a:ahLst/>
              <a:cxnLst>
                <a:cxn ang="0">
                  <a:pos x="T0" y="T1"/>
                </a:cxn>
                <a:cxn ang="0">
                  <a:pos x="T2" y="T3"/>
                </a:cxn>
                <a:cxn ang="0">
                  <a:pos x="T4" y="T5"/>
                </a:cxn>
                <a:cxn ang="0">
                  <a:pos x="T6" y="T7"/>
                </a:cxn>
              </a:cxnLst>
              <a:rect l="0" t="0" r="r" b="b"/>
              <a:pathLst>
                <a:path w="63" h="128">
                  <a:moveTo>
                    <a:pt x="0" y="128"/>
                  </a:moveTo>
                  <a:cubicBezTo>
                    <a:pt x="62" y="66"/>
                    <a:pt x="62" y="66"/>
                    <a:pt x="62" y="66"/>
                  </a:cubicBezTo>
                  <a:cubicBezTo>
                    <a:pt x="63" y="65"/>
                    <a:pt x="63" y="62"/>
                    <a:pt x="62" y="61"/>
                  </a:cubicBezTo>
                  <a:cubicBezTo>
                    <a:pt x="0" y="0"/>
                    <a:pt x="0" y="0"/>
                    <a:pt x="0" y="0"/>
                  </a:cubicBezTo>
                </a:path>
              </a:pathLst>
            </a:custGeom>
            <a:noFill/>
            <a:ln w="31750" cap="rnd">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57">
              <a:extLst>
                <a:ext uri="{FF2B5EF4-FFF2-40B4-BE49-F238E27FC236}">
                  <a16:creationId xmlns:a16="http://schemas.microsoft.com/office/drawing/2014/main" id="{47F4AAE8-6B5F-451C-87E5-903FD28A6DEC}"/>
                </a:ext>
              </a:extLst>
            </p:cNvPr>
            <p:cNvSpPr>
              <a:spLocks/>
            </p:cNvSpPr>
            <p:nvPr userDrawn="1"/>
          </p:nvSpPr>
          <p:spPr bwMode="auto">
            <a:xfrm>
              <a:off x="3175" y="1792288"/>
              <a:ext cx="2643188" cy="922337"/>
            </a:xfrm>
            <a:custGeom>
              <a:avLst/>
              <a:gdLst>
                <a:gd name="T0" fmla="*/ 929 w 929"/>
                <a:gd name="T1" fmla="*/ 324 h 324"/>
                <a:gd name="T2" fmla="*/ 724 w 929"/>
                <a:gd name="T3" fmla="*/ 324 h 324"/>
                <a:gd name="T4" fmla="*/ 655 w 929"/>
                <a:gd name="T5" fmla="*/ 295 h 324"/>
                <a:gd name="T6" fmla="*/ 430 w 929"/>
                <a:gd name="T7" fmla="*/ 69 h 324"/>
                <a:gd name="T8" fmla="*/ 263 w 929"/>
                <a:gd name="T9" fmla="*/ 0 h 324"/>
                <a:gd name="T10" fmla="*/ 0 w 929"/>
                <a:gd name="T11" fmla="*/ 0 h 324"/>
              </a:gdLst>
              <a:ahLst/>
              <a:cxnLst>
                <a:cxn ang="0">
                  <a:pos x="T0" y="T1"/>
                </a:cxn>
                <a:cxn ang="0">
                  <a:pos x="T2" y="T3"/>
                </a:cxn>
                <a:cxn ang="0">
                  <a:pos x="T4" y="T5"/>
                </a:cxn>
                <a:cxn ang="0">
                  <a:pos x="T6" y="T7"/>
                </a:cxn>
                <a:cxn ang="0">
                  <a:pos x="T8" y="T9"/>
                </a:cxn>
                <a:cxn ang="0">
                  <a:pos x="T10" y="T11"/>
                </a:cxn>
              </a:cxnLst>
              <a:rect l="0" t="0" r="r" b="b"/>
              <a:pathLst>
                <a:path w="929" h="324">
                  <a:moveTo>
                    <a:pt x="929" y="324"/>
                  </a:moveTo>
                  <a:cubicBezTo>
                    <a:pt x="724" y="324"/>
                    <a:pt x="724" y="324"/>
                    <a:pt x="724" y="324"/>
                  </a:cubicBezTo>
                  <a:cubicBezTo>
                    <a:pt x="698" y="324"/>
                    <a:pt x="674" y="313"/>
                    <a:pt x="655" y="295"/>
                  </a:cubicBezTo>
                  <a:cubicBezTo>
                    <a:pt x="430" y="69"/>
                    <a:pt x="430" y="69"/>
                    <a:pt x="430" y="69"/>
                  </a:cubicBezTo>
                  <a:cubicBezTo>
                    <a:pt x="385" y="25"/>
                    <a:pt x="326" y="0"/>
                    <a:pt x="263" y="0"/>
                  </a:cubicBezTo>
                  <a:cubicBezTo>
                    <a:pt x="0" y="0"/>
                    <a:pt x="0" y="0"/>
                    <a:pt x="0" y="0"/>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58">
              <a:extLst>
                <a:ext uri="{FF2B5EF4-FFF2-40B4-BE49-F238E27FC236}">
                  <a16:creationId xmlns:a16="http://schemas.microsoft.com/office/drawing/2014/main" id="{110377D8-3DDA-4E45-8575-7B10758765C9}"/>
                </a:ext>
              </a:extLst>
            </p:cNvPr>
            <p:cNvSpPr>
              <a:spLocks/>
            </p:cNvSpPr>
            <p:nvPr userDrawn="1"/>
          </p:nvSpPr>
          <p:spPr bwMode="auto">
            <a:xfrm>
              <a:off x="3175" y="2182813"/>
              <a:ext cx="2255838" cy="923925"/>
            </a:xfrm>
            <a:custGeom>
              <a:avLst/>
              <a:gdLst>
                <a:gd name="T0" fmla="*/ 793 w 793"/>
                <a:gd name="T1" fmla="*/ 324 h 324"/>
                <a:gd name="T2" fmla="*/ 724 w 793"/>
                <a:gd name="T3" fmla="*/ 324 h 324"/>
                <a:gd name="T4" fmla="*/ 558 w 793"/>
                <a:gd name="T5" fmla="*/ 255 h 324"/>
                <a:gd name="T6" fmla="*/ 332 w 793"/>
                <a:gd name="T7" fmla="*/ 29 h 324"/>
                <a:gd name="T8" fmla="*/ 263 w 793"/>
                <a:gd name="T9" fmla="*/ 0 h 324"/>
                <a:gd name="T10" fmla="*/ 0 w 793"/>
                <a:gd name="T11" fmla="*/ 0 h 324"/>
              </a:gdLst>
              <a:ahLst/>
              <a:cxnLst>
                <a:cxn ang="0">
                  <a:pos x="T0" y="T1"/>
                </a:cxn>
                <a:cxn ang="0">
                  <a:pos x="T2" y="T3"/>
                </a:cxn>
                <a:cxn ang="0">
                  <a:pos x="T4" y="T5"/>
                </a:cxn>
                <a:cxn ang="0">
                  <a:pos x="T6" y="T7"/>
                </a:cxn>
                <a:cxn ang="0">
                  <a:pos x="T8" y="T9"/>
                </a:cxn>
                <a:cxn ang="0">
                  <a:pos x="T10" y="T11"/>
                </a:cxn>
              </a:cxnLst>
              <a:rect l="0" t="0" r="r" b="b"/>
              <a:pathLst>
                <a:path w="793" h="324">
                  <a:moveTo>
                    <a:pt x="793" y="324"/>
                  </a:moveTo>
                  <a:cubicBezTo>
                    <a:pt x="724" y="324"/>
                    <a:pt x="724" y="324"/>
                    <a:pt x="724" y="324"/>
                  </a:cubicBezTo>
                  <a:cubicBezTo>
                    <a:pt x="662" y="324"/>
                    <a:pt x="603" y="299"/>
                    <a:pt x="558" y="255"/>
                  </a:cubicBezTo>
                  <a:cubicBezTo>
                    <a:pt x="332" y="29"/>
                    <a:pt x="332" y="29"/>
                    <a:pt x="332" y="29"/>
                  </a:cubicBezTo>
                  <a:cubicBezTo>
                    <a:pt x="314" y="11"/>
                    <a:pt x="289" y="0"/>
                    <a:pt x="263" y="0"/>
                  </a:cubicBezTo>
                  <a:cubicBezTo>
                    <a:pt x="0" y="0"/>
                    <a:pt x="0" y="0"/>
                    <a:pt x="0" y="0"/>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072342DA-BED1-45EE-82BB-F27B8EBFAAB4}"/>
                </a:ext>
              </a:extLst>
            </p:cNvPr>
            <p:cNvSpPr>
              <a:spLocks/>
            </p:cNvSpPr>
            <p:nvPr userDrawn="1"/>
          </p:nvSpPr>
          <p:spPr bwMode="auto">
            <a:xfrm>
              <a:off x="3175" y="2182813"/>
              <a:ext cx="2643188" cy="923925"/>
            </a:xfrm>
            <a:custGeom>
              <a:avLst/>
              <a:gdLst>
                <a:gd name="T0" fmla="*/ 929 w 929"/>
                <a:gd name="T1" fmla="*/ 0 h 324"/>
                <a:gd name="T2" fmla="*/ 724 w 929"/>
                <a:gd name="T3" fmla="*/ 0 h 324"/>
                <a:gd name="T4" fmla="*/ 655 w 929"/>
                <a:gd name="T5" fmla="*/ 29 h 324"/>
                <a:gd name="T6" fmla="*/ 430 w 929"/>
                <a:gd name="T7" fmla="*/ 255 h 324"/>
                <a:gd name="T8" fmla="*/ 263 w 929"/>
                <a:gd name="T9" fmla="*/ 324 h 324"/>
                <a:gd name="T10" fmla="*/ 0 w 929"/>
                <a:gd name="T11" fmla="*/ 324 h 324"/>
              </a:gdLst>
              <a:ahLst/>
              <a:cxnLst>
                <a:cxn ang="0">
                  <a:pos x="T0" y="T1"/>
                </a:cxn>
                <a:cxn ang="0">
                  <a:pos x="T2" y="T3"/>
                </a:cxn>
                <a:cxn ang="0">
                  <a:pos x="T4" y="T5"/>
                </a:cxn>
                <a:cxn ang="0">
                  <a:pos x="T6" y="T7"/>
                </a:cxn>
                <a:cxn ang="0">
                  <a:pos x="T8" y="T9"/>
                </a:cxn>
                <a:cxn ang="0">
                  <a:pos x="T10" y="T11"/>
                </a:cxn>
              </a:cxnLst>
              <a:rect l="0" t="0" r="r" b="b"/>
              <a:pathLst>
                <a:path w="929" h="324">
                  <a:moveTo>
                    <a:pt x="929" y="0"/>
                  </a:moveTo>
                  <a:cubicBezTo>
                    <a:pt x="724" y="0"/>
                    <a:pt x="724" y="0"/>
                    <a:pt x="724" y="0"/>
                  </a:cubicBezTo>
                  <a:cubicBezTo>
                    <a:pt x="698" y="0"/>
                    <a:pt x="674" y="11"/>
                    <a:pt x="655" y="29"/>
                  </a:cubicBezTo>
                  <a:cubicBezTo>
                    <a:pt x="430" y="255"/>
                    <a:pt x="430" y="255"/>
                    <a:pt x="430" y="255"/>
                  </a:cubicBezTo>
                  <a:cubicBezTo>
                    <a:pt x="385" y="299"/>
                    <a:pt x="326" y="324"/>
                    <a:pt x="263" y="324"/>
                  </a:cubicBezTo>
                  <a:cubicBezTo>
                    <a:pt x="0" y="324"/>
                    <a:pt x="0" y="324"/>
                    <a:pt x="0" y="324"/>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Freeform 60">
              <a:extLst>
                <a:ext uri="{FF2B5EF4-FFF2-40B4-BE49-F238E27FC236}">
                  <a16:creationId xmlns:a16="http://schemas.microsoft.com/office/drawing/2014/main" id="{53F46B8F-B43E-43AA-8327-4A532A643D85}"/>
                </a:ext>
              </a:extLst>
            </p:cNvPr>
            <p:cNvSpPr>
              <a:spLocks/>
            </p:cNvSpPr>
            <p:nvPr userDrawn="1"/>
          </p:nvSpPr>
          <p:spPr bwMode="auto">
            <a:xfrm>
              <a:off x="3175" y="1792288"/>
              <a:ext cx="2255838" cy="922337"/>
            </a:xfrm>
            <a:custGeom>
              <a:avLst/>
              <a:gdLst>
                <a:gd name="T0" fmla="*/ 793 w 793"/>
                <a:gd name="T1" fmla="*/ 0 h 324"/>
                <a:gd name="T2" fmla="*/ 724 w 793"/>
                <a:gd name="T3" fmla="*/ 0 h 324"/>
                <a:gd name="T4" fmla="*/ 558 w 793"/>
                <a:gd name="T5" fmla="*/ 69 h 324"/>
                <a:gd name="T6" fmla="*/ 332 w 793"/>
                <a:gd name="T7" fmla="*/ 295 h 324"/>
                <a:gd name="T8" fmla="*/ 263 w 793"/>
                <a:gd name="T9" fmla="*/ 324 h 324"/>
                <a:gd name="T10" fmla="*/ 0 w 793"/>
                <a:gd name="T11" fmla="*/ 324 h 324"/>
              </a:gdLst>
              <a:ahLst/>
              <a:cxnLst>
                <a:cxn ang="0">
                  <a:pos x="T0" y="T1"/>
                </a:cxn>
                <a:cxn ang="0">
                  <a:pos x="T2" y="T3"/>
                </a:cxn>
                <a:cxn ang="0">
                  <a:pos x="T4" y="T5"/>
                </a:cxn>
                <a:cxn ang="0">
                  <a:pos x="T6" y="T7"/>
                </a:cxn>
                <a:cxn ang="0">
                  <a:pos x="T8" y="T9"/>
                </a:cxn>
                <a:cxn ang="0">
                  <a:pos x="T10" y="T11"/>
                </a:cxn>
              </a:cxnLst>
              <a:rect l="0" t="0" r="r" b="b"/>
              <a:pathLst>
                <a:path w="793" h="324">
                  <a:moveTo>
                    <a:pt x="793" y="0"/>
                  </a:moveTo>
                  <a:cubicBezTo>
                    <a:pt x="724" y="0"/>
                    <a:pt x="724" y="0"/>
                    <a:pt x="724" y="0"/>
                  </a:cubicBezTo>
                  <a:cubicBezTo>
                    <a:pt x="662" y="0"/>
                    <a:pt x="603" y="25"/>
                    <a:pt x="558" y="69"/>
                  </a:cubicBezTo>
                  <a:cubicBezTo>
                    <a:pt x="332" y="295"/>
                    <a:pt x="332" y="295"/>
                    <a:pt x="332" y="295"/>
                  </a:cubicBezTo>
                  <a:cubicBezTo>
                    <a:pt x="314" y="313"/>
                    <a:pt x="289" y="324"/>
                    <a:pt x="263" y="324"/>
                  </a:cubicBezTo>
                  <a:cubicBezTo>
                    <a:pt x="0" y="324"/>
                    <a:pt x="0" y="324"/>
                    <a:pt x="0" y="324"/>
                  </a:cubicBez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36" name="Graphic 35">
            <a:extLst>
              <a:ext uri="{FF2B5EF4-FFF2-40B4-BE49-F238E27FC236}">
                <a16:creationId xmlns:a16="http://schemas.microsoft.com/office/drawing/2014/main" id="{214A3F9F-155B-FD4D-9057-3F93776DF0D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41279" y="5858329"/>
            <a:ext cx="1453896" cy="692331"/>
          </a:xfrm>
          <a:prstGeom prst="rect">
            <a:avLst/>
          </a:prstGeom>
        </p:spPr>
      </p:pic>
    </p:spTree>
    <p:extLst>
      <p:ext uri="{BB962C8B-B14F-4D97-AF65-F5344CB8AC3E}">
        <p14:creationId xmlns:p14="http://schemas.microsoft.com/office/powerpoint/2010/main" val="29551165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238500" y="361951"/>
            <a:ext cx="558006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255963" y="2677068"/>
            <a:ext cx="5562600" cy="307777"/>
          </a:xfrm>
          <a:prstGeom prst="rect">
            <a:avLst/>
          </a:prstGeom>
        </p:spPr>
        <p:txBody>
          <a:bodyPr vert="horz"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grpSp>
        <p:nvGrpSpPr>
          <p:cNvPr id="125" name="Group 124">
            <a:extLst>
              <a:ext uri="{FF2B5EF4-FFF2-40B4-BE49-F238E27FC236}">
                <a16:creationId xmlns:a16="http://schemas.microsoft.com/office/drawing/2014/main" id="{57043624-C5ED-48F9-9ADE-01955852D633}"/>
              </a:ext>
            </a:extLst>
          </p:cNvPr>
          <p:cNvGrpSpPr/>
          <p:nvPr userDrawn="1"/>
        </p:nvGrpSpPr>
        <p:grpSpPr>
          <a:xfrm>
            <a:off x="-55562" y="1292226"/>
            <a:ext cx="2135188" cy="2219325"/>
            <a:chOff x="-55562" y="1292226"/>
            <a:chExt cx="2135188" cy="2219325"/>
          </a:xfrm>
        </p:grpSpPr>
        <p:sp>
          <p:nvSpPr>
            <p:cNvPr id="126" name="Line 19">
              <a:extLst>
                <a:ext uri="{FF2B5EF4-FFF2-40B4-BE49-F238E27FC236}">
                  <a16:creationId xmlns:a16="http://schemas.microsoft.com/office/drawing/2014/main" id="{CDAA4465-A13C-4BA4-A430-41143CF05FF7}"/>
                </a:ext>
              </a:extLst>
            </p:cNvPr>
            <p:cNvSpPr>
              <a:spLocks noChangeShapeType="1"/>
            </p:cNvSpPr>
            <p:nvPr userDrawn="1"/>
          </p:nvSpPr>
          <p:spPr bwMode="auto">
            <a:xfrm flipH="1">
              <a:off x="157163" y="3141663"/>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Line 20">
              <a:extLst>
                <a:ext uri="{FF2B5EF4-FFF2-40B4-BE49-F238E27FC236}">
                  <a16:creationId xmlns:a16="http://schemas.microsoft.com/office/drawing/2014/main" id="{700DBC5B-C430-4E35-BF2E-1506FCFBCE28}"/>
                </a:ext>
              </a:extLst>
            </p:cNvPr>
            <p:cNvSpPr>
              <a:spLocks noChangeShapeType="1"/>
            </p:cNvSpPr>
            <p:nvPr userDrawn="1"/>
          </p:nvSpPr>
          <p:spPr bwMode="auto">
            <a:xfrm>
              <a:off x="157163" y="1292226"/>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Line 21">
              <a:extLst>
                <a:ext uri="{FF2B5EF4-FFF2-40B4-BE49-F238E27FC236}">
                  <a16:creationId xmlns:a16="http://schemas.microsoft.com/office/drawing/2014/main" id="{3551BFB1-7107-474F-8368-3D13C48B95D2}"/>
                </a:ext>
              </a:extLst>
            </p:cNvPr>
            <p:cNvSpPr>
              <a:spLocks noChangeShapeType="1"/>
            </p:cNvSpPr>
            <p:nvPr userDrawn="1"/>
          </p:nvSpPr>
          <p:spPr bwMode="auto">
            <a:xfrm flipH="1">
              <a:off x="371475" y="2401888"/>
              <a:ext cx="85248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Line 22">
              <a:extLst>
                <a:ext uri="{FF2B5EF4-FFF2-40B4-BE49-F238E27FC236}">
                  <a16:creationId xmlns:a16="http://schemas.microsoft.com/office/drawing/2014/main" id="{8AFD68F6-1283-49AB-9A5C-29920EDE5B30}"/>
                </a:ext>
              </a:extLst>
            </p:cNvPr>
            <p:cNvSpPr>
              <a:spLocks noChangeShapeType="1"/>
            </p:cNvSpPr>
            <p:nvPr userDrawn="1"/>
          </p:nvSpPr>
          <p:spPr bwMode="auto">
            <a:xfrm flipH="1" flipV="1">
              <a:off x="585788" y="2032001"/>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Line 23">
              <a:extLst>
                <a:ext uri="{FF2B5EF4-FFF2-40B4-BE49-F238E27FC236}">
                  <a16:creationId xmlns:a16="http://schemas.microsoft.com/office/drawing/2014/main" id="{ECAF9728-8DEF-45EA-9AFF-7FE9EC3CDB95}"/>
                </a:ext>
              </a:extLst>
            </p:cNvPr>
            <p:cNvSpPr>
              <a:spLocks noChangeShapeType="1"/>
            </p:cNvSpPr>
            <p:nvPr userDrawn="1"/>
          </p:nvSpPr>
          <p:spPr bwMode="auto">
            <a:xfrm>
              <a:off x="1652588" y="2401888"/>
              <a:ext cx="4270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Line 24">
              <a:extLst>
                <a:ext uri="{FF2B5EF4-FFF2-40B4-BE49-F238E27FC236}">
                  <a16:creationId xmlns:a16="http://schemas.microsoft.com/office/drawing/2014/main" id="{B2D82F8C-3F9F-4178-9D54-64FC4338A650}"/>
                </a:ext>
              </a:extLst>
            </p:cNvPr>
            <p:cNvSpPr>
              <a:spLocks noChangeShapeType="1"/>
            </p:cNvSpPr>
            <p:nvPr userDrawn="1"/>
          </p:nvSpPr>
          <p:spPr bwMode="auto">
            <a:xfrm flipH="1">
              <a:off x="585788" y="2032001"/>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5">
              <a:extLst>
                <a:ext uri="{FF2B5EF4-FFF2-40B4-BE49-F238E27FC236}">
                  <a16:creationId xmlns:a16="http://schemas.microsoft.com/office/drawing/2014/main" id="{485BAC16-9A05-483D-B55B-FCB4F59916C0}"/>
                </a:ext>
              </a:extLst>
            </p:cNvPr>
            <p:cNvSpPr>
              <a:spLocks/>
            </p:cNvSpPr>
            <p:nvPr userDrawn="1"/>
          </p:nvSpPr>
          <p:spPr bwMode="auto">
            <a:xfrm>
              <a:off x="157163" y="2771776"/>
              <a:ext cx="642938" cy="369888"/>
            </a:xfrm>
            <a:custGeom>
              <a:avLst/>
              <a:gdLst>
                <a:gd name="T0" fmla="*/ 0 w 405"/>
                <a:gd name="T1" fmla="*/ 0 h 233"/>
                <a:gd name="T2" fmla="*/ 270 w 405"/>
                <a:gd name="T3" fmla="*/ 0 h 233"/>
                <a:gd name="T4" fmla="*/ 270 w 405"/>
                <a:gd name="T5" fmla="*/ 0 h 233"/>
                <a:gd name="T6" fmla="*/ 405 w 405"/>
                <a:gd name="T7" fmla="*/ 233 h 233"/>
              </a:gdLst>
              <a:ahLst/>
              <a:cxnLst>
                <a:cxn ang="0">
                  <a:pos x="T0" y="T1"/>
                </a:cxn>
                <a:cxn ang="0">
                  <a:pos x="T2" y="T3"/>
                </a:cxn>
                <a:cxn ang="0">
                  <a:pos x="T4" y="T5"/>
                </a:cxn>
                <a:cxn ang="0">
                  <a:pos x="T6" y="T7"/>
                </a:cxn>
              </a:cxnLst>
              <a:rect l="0" t="0" r="r" b="b"/>
              <a:pathLst>
                <a:path w="405" h="233">
                  <a:moveTo>
                    <a:pt x="0" y="0"/>
                  </a:moveTo>
                  <a:lnTo>
                    <a:pt x="270" y="0"/>
                  </a:lnTo>
                  <a:lnTo>
                    <a:pt x="270" y="0"/>
                  </a:lnTo>
                  <a:lnTo>
                    <a:pt x="405"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6">
              <a:extLst>
                <a:ext uri="{FF2B5EF4-FFF2-40B4-BE49-F238E27FC236}">
                  <a16:creationId xmlns:a16="http://schemas.microsoft.com/office/drawing/2014/main" id="{DD43DF60-C80E-4D9A-9853-EAB389A4E670}"/>
                </a:ext>
              </a:extLst>
            </p:cNvPr>
            <p:cNvSpPr>
              <a:spLocks/>
            </p:cNvSpPr>
            <p:nvPr userDrawn="1"/>
          </p:nvSpPr>
          <p:spPr bwMode="auto">
            <a:xfrm>
              <a:off x="157163" y="1662113"/>
              <a:ext cx="642938" cy="369888"/>
            </a:xfrm>
            <a:custGeom>
              <a:avLst/>
              <a:gdLst>
                <a:gd name="T0" fmla="*/ 405 w 405"/>
                <a:gd name="T1" fmla="*/ 0 h 233"/>
                <a:gd name="T2" fmla="*/ 270 w 405"/>
                <a:gd name="T3" fmla="*/ 233 h 233"/>
                <a:gd name="T4" fmla="*/ 270 w 405"/>
                <a:gd name="T5" fmla="*/ 233 h 233"/>
                <a:gd name="T6" fmla="*/ 0 w 405"/>
                <a:gd name="T7" fmla="*/ 233 h 233"/>
              </a:gdLst>
              <a:ahLst/>
              <a:cxnLst>
                <a:cxn ang="0">
                  <a:pos x="T0" y="T1"/>
                </a:cxn>
                <a:cxn ang="0">
                  <a:pos x="T2" y="T3"/>
                </a:cxn>
                <a:cxn ang="0">
                  <a:pos x="T4" y="T5"/>
                </a:cxn>
                <a:cxn ang="0">
                  <a:pos x="T6" y="T7"/>
                </a:cxn>
              </a:cxnLst>
              <a:rect l="0" t="0" r="r" b="b"/>
              <a:pathLst>
                <a:path w="405" h="233">
                  <a:moveTo>
                    <a:pt x="405" y="0"/>
                  </a:moveTo>
                  <a:lnTo>
                    <a:pt x="270" y="233"/>
                  </a:lnTo>
                  <a:lnTo>
                    <a:pt x="270" y="233"/>
                  </a:lnTo>
                  <a:lnTo>
                    <a:pt x="0"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Freeform 27">
              <a:extLst>
                <a:ext uri="{FF2B5EF4-FFF2-40B4-BE49-F238E27FC236}">
                  <a16:creationId xmlns:a16="http://schemas.microsoft.com/office/drawing/2014/main" id="{73A15C50-597C-4527-AF8E-081B74F427F9}"/>
                </a:ext>
              </a:extLst>
            </p:cNvPr>
            <p:cNvSpPr>
              <a:spLocks/>
            </p:cNvSpPr>
            <p:nvPr userDrawn="1"/>
          </p:nvSpPr>
          <p:spPr bwMode="auto">
            <a:xfrm>
              <a:off x="1223963" y="2032001"/>
              <a:ext cx="214313" cy="739775"/>
            </a:xfrm>
            <a:custGeom>
              <a:avLst/>
              <a:gdLst>
                <a:gd name="T0" fmla="*/ 135 w 135"/>
                <a:gd name="T1" fmla="*/ 0 h 466"/>
                <a:gd name="T2" fmla="*/ 2 w 135"/>
                <a:gd name="T3" fmla="*/ 233 h 466"/>
                <a:gd name="T4" fmla="*/ 0 w 135"/>
                <a:gd name="T5" fmla="*/ 233 h 466"/>
                <a:gd name="T6" fmla="*/ 135 w 135"/>
                <a:gd name="T7" fmla="*/ 466 h 466"/>
              </a:gdLst>
              <a:ahLst/>
              <a:cxnLst>
                <a:cxn ang="0">
                  <a:pos x="T0" y="T1"/>
                </a:cxn>
                <a:cxn ang="0">
                  <a:pos x="T2" y="T3"/>
                </a:cxn>
                <a:cxn ang="0">
                  <a:pos x="T4" y="T5"/>
                </a:cxn>
                <a:cxn ang="0">
                  <a:pos x="T6" y="T7"/>
                </a:cxn>
              </a:cxnLst>
              <a:rect l="0" t="0" r="r" b="b"/>
              <a:pathLst>
                <a:path w="135" h="466">
                  <a:moveTo>
                    <a:pt x="135" y="0"/>
                  </a:moveTo>
                  <a:lnTo>
                    <a:pt x="2" y="233"/>
                  </a:lnTo>
                  <a:lnTo>
                    <a:pt x="0" y="233"/>
                  </a:lnTo>
                  <a:lnTo>
                    <a:pt x="135" y="466"/>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28">
              <a:extLst>
                <a:ext uri="{FF2B5EF4-FFF2-40B4-BE49-F238E27FC236}">
                  <a16:creationId xmlns:a16="http://schemas.microsoft.com/office/drawing/2014/main" id="{1C0BE69A-1318-4883-A12C-3461520D97F0}"/>
                </a:ext>
              </a:extLst>
            </p:cNvPr>
            <p:cNvSpPr>
              <a:spLocks/>
            </p:cNvSpPr>
            <p:nvPr userDrawn="1"/>
          </p:nvSpPr>
          <p:spPr bwMode="auto">
            <a:xfrm>
              <a:off x="157163" y="1662113"/>
              <a:ext cx="1495425" cy="1479550"/>
            </a:xfrm>
            <a:custGeom>
              <a:avLst/>
              <a:gdLst>
                <a:gd name="T0" fmla="*/ 443 w 517"/>
                <a:gd name="T1" fmla="*/ 128 h 512"/>
                <a:gd name="T2" fmla="*/ 296 w 517"/>
                <a:gd name="T3" fmla="*/ 128 h 512"/>
                <a:gd name="T4" fmla="*/ 222 w 517"/>
                <a:gd name="T5" fmla="*/ 0 h 512"/>
                <a:gd name="T6" fmla="*/ 222 w 517"/>
                <a:gd name="T7" fmla="*/ 0 h 512"/>
                <a:gd name="T8" fmla="*/ 74 w 517"/>
                <a:gd name="T9" fmla="*/ 0 h 512"/>
                <a:gd name="T10" fmla="*/ 0 w 517"/>
                <a:gd name="T11" fmla="*/ 128 h 512"/>
                <a:gd name="T12" fmla="*/ 74 w 517"/>
                <a:gd name="T13" fmla="*/ 256 h 512"/>
                <a:gd name="T14" fmla="*/ 0 w 517"/>
                <a:gd name="T15" fmla="*/ 384 h 512"/>
                <a:gd name="T16" fmla="*/ 74 w 517"/>
                <a:gd name="T17" fmla="*/ 512 h 512"/>
                <a:gd name="T18" fmla="*/ 222 w 517"/>
                <a:gd name="T19" fmla="*/ 512 h 512"/>
                <a:gd name="T20" fmla="*/ 222 w 517"/>
                <a:gd name="T21" fmla="*/ 512 h 512"/>
                <a:gd name="T22" fmla="*/ 296 w 517"/>
                <a:gd name="T23" fmla="*/ 384 h 512"/>
                <a:gd name="T24" fmla="*/ 443 w 517"/>
                <a:gd name="T25" fmla="*/ 384 h 512"/>
                <a:gd name="T26" fmla="*/ 443 w 517"/>
                <a:gd name="T27" fmla="*/ 384 h 512"/>
                <a:gd name="T28" fmla="*/ 517 w 517"/>
                <a:gd name="T29" fmla="*/ 256 h 512"/>
                <a:gd name="T30" fmla="*/ 443 w 517"/>
                <a:gd name="T31"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7" h="512">
                  <a:moveTo>
                    <a:pt x="443" y="128"/>
                  </a:moveTo>
                  <a:cubicBezTo>
                    <a:pt x="296" y="128"/>
                    <a:pt x="296" y="128"/>
                    <a:pt x="296" y="128"/>
                  </a:cubicBezTo>
                  <a:cubicBezTo>
                    <a:pt x="222" y="0"/>
                    <a:pt x="222" y="0"/>
                    <a:pt x="222" y="0"/>
                  </a:cubicBezTo>
                  <a:cubicBezTo>
                    <a:pt x="222" y="0"/>
                    <a:pt x="222" y="0"/>
                    <a:pt x="222" y="0"/>
                  </a:cubicBezTo>
                  <a:cubicBezTo>
                    <a:pt x="74" y="0"/>
                    <a:pt x="74" y="0"/>
                    <a:pt x="74" y="0"/>
                  </a:cubicBezTo>
                  <a:cubicBezTo>
                    <a:pt x="74" y="0"/>
                    <a:pt x="0" y="128"/>
                    <a:pt x="0" y="128"/>
                  </a:cubicBezTo>
                  <a:cubicBezTo>
                    <a:pt x="74" y="256"/>
                    <a:pt x="74" y="256"/>
                    <a:pt x="74" y="256"/>
                  </a:cubicBezTo>
                  <a:cubicBezTo>
                    <a:pt x="74" y="256"/>
                    <a:pt x="0" y="384"/>
                    <a:pt x="0" y="384"/>
                  </a:cubicBezTo>
                  <a:cubicBezTo>
                    <a:pt x="74" y="512"/>
                    <a:pt x="74" y="512"/>
                    <a:pt x="74" y="512"/>
                  </a:cubicBezTo>
                  <a:cubicBezTo>
                    <a:pt x="222" y="512"/>
                    <a:pt x="222" y="512"/>
                    <a:pt x="222" y="512"/>
                  </a:cubicBezTo>
                  <a:cubicBezTo>
                    <a:pt x="222" y="512"/>
                    <a:pt x="222" y="512"/>
                    <a:pt x="222" y="512"/>
                  </a:cubicBezTo>
                  <a:cubicBezTo>
                    <a:pt x="296" y="384"/>
                    <a:pt x="296" y="384"/>
                    <a:pt x="296" y="384"/>
                  </a:cubicBezTo>
                  <a:cubicBezTo>
                    <a:pt x="443" y="384"/>
                    <a:pt x="443" y="384"/>
                    <a:pt x="443" y="384"/>
                  </a:cubicBezTo>
                  <a:cubicBezTo>
                    <a:pt x="443" y="384"/>
                    <a:pt x="443" y="384"/>
                    <a:pt x="443" y="384"/>
                  </a:cubicBezTo>
                  <a:cubicBezTo>
                    <a:pt x="517" y="256"/>
                    <a:pt x="517" y="256"/>
                    <a:pt x="517" y="256"/>
                  </a:cubicBezTo>
                  <a:cubicBezTo>
                    <a:pt x="443" y="128"/>
                    <a:pt x="443" y="128"/>
                    <a:pt x="443" y="128"/>
                  </a:cubicBezTo>
                  <a:close/>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29">
              <a:extLst>
                <a:ext uri="{FF2B5EF4-FFF2-40B4-BE49-F238E27FC236}">
                  <a16:creationId xmlns:a16="http://schemas.microsoft.com/office/drawing/2014/main" id="{5156584A-0854-4908-BF37-AFEE0DC93556}"/>
                </a:ext>
              </a:extLst>
            </p:cNvPr>
            <p:cNvSpPr>
              <a:spLocks/>
            </p:cNvSpPr>
            <p:nvPr userDrawn="1"/>
          </p:nvSpPr>
          <p:spPr bwMode="auto">
            <a:xfrm>
              <a:off x="-55562" y="1292226"/>
              <a:ext cx="2135188" cy="2219325"/>
            </a:xfrm>
            <a:custGeom>
              <a:avLst/>
              <a:gdLst>
                <a:gd name="T0" fmla="*/ 539 w 1345"/>
                <a:gd name="T1" fmla="*/ 1165 h 1398"/>
                <a:gd name="T2" fmla="*/ 806 w 1345"/>
                <a:gd name="T3" fmla="*/ 1165 h 1398"/>
                <a:gd name="T4" fmla="*/ 941 w 1345"/>
                <a:gd name="T5" fmla="*/ 932 h 1398"/>
                <a:gd name="T6" fmla="*/ 941 w 1345"/>
                <a:gd name="T7" fmla="*/ 932 h 1398"/>
                <a:gd name="T8" fmla="*/ 1210 w 1345"/>
                <a:gd name="T9" fmla="*/ 932 h 1398"/>
                <a:gd name="T10" fmla="*/ 1345 w 1345"/>
                <a:gd name="T11" fmla="*/ 699 h 1398"/>
                <a:gd name="T12" fmla="*/ 1210 w 1345"/>
                <a:gd name="T13" fmla="*/ 466 h 1398"/>
                <a:gd name="T14" fmla="*/ 941 w 1345"/>
                <a:gd name="T15" fmla="*/ 466 h 1398"/>
                <a:gd name="T16" fmla="*/ 941 w 1345"/>
                <a:gd name="T17" fmla="*/ 466 h 1398"/>
                <a:gd name="T18" fmla="*/ 806 w 1345"/>
                <a:gd name="T19" fmla="*/ 233 h 1398"/>
                <a:gd name="T20" fmla="*/ 539 w 1345"/>
                <a:gd name="T21" fmla="*/ 233 h 1398"/>
                <a:gd name="T22" fmla="*/ 539 w 1345"/>
                <a:gd name="T23" fmla="*/ 233 h 1398"/>
                <a:gd name="T24" fmla="*/ 404 w 1345"/>
                <a:gd name="T25" fmla="*/ 0 h 1398"/>
                <a:gd name="T26" fmla="*/ 134 w 1345"/>
                <a:gd name="T27" fmla="*/ 0 h 1398"/>
                <a:gd name="T28" fmla="*/ 0 w 1345"/>
                <a:gd name="T29" fmla="*/ 233 h 1398"/>
                <a:gd name="T30" fmla="*/ 134 w 1345"/>
                <a:gd name="T31" fmla="*/ 466 h 1398"/>
                <a:gd name="T32" fmla="*/ 134 w 1345"/>
                <a:gd name="T33" fmla="*/ 466 h 1398"/>
                <a:gd name="T34" fmla="*/ 0 w 1345"/>
                <a:gd name="T35" fmla="*/ 699 h 1398"/>
                <a:gd name="T36" fmla="*/ 134 w 1345"/>
                <a:gd name="T37" fmla="*/ 932 h 1398"/>
                <a:gd name="T38" fmla="*/ 134 w 1345"/>
                <a:gd name="T39" fmla="*/ 932 h 1398"/>
                <a:gd name="T40" fmla="*/ 0 w 1345"/>
                <a:gd name="T41" fmla="*/ 1165 h 1398"/>
                <a:gd name="T42" fmla="*/ 134 w 1345"/>
                <a:gd name="T43" fmla="*/ 1398 h 1398"/>
                <a:gd name="T44" fmla="*/ 404 w 1345"/>
                <a:gd name="T45" fmla="*/ 1398 h 1398"/>
                <a:gd name="T46" fmla="*/ 539 w 1345"/>
                <a:gd name="T47" fmla="*/ 1165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5" h="1398">
                  <a:moveTo>
                    <a:pt x="539" y="1165"/>
                  </a:moveTo>
                  <a:lnTo>
                    <a:pt x="806" y="1165"/>
                  </a:lnTo>
                  <a:lnTo>
                    <a:pt x="941" y="932"/>
                  </a:lnTo>
                  <a:lnTo>
                    <a:pt x="941" y="932"/>
                  </a:lnTo>
                  <a:lnTo>
                    <a:pt x="1210" y="932"/>
                  </a:lnTo>
                  <a:lnTo>
                    <a:pt x="1345" y="699"/>
                  </a:lnTo>
                  <a:lnTo>
                    <a:pt x="1210" y="466"/>
                  </a:lnTo>
                  <a:lnTo>
                    <a:pt x="941" y="466"/>
                  </a:lnTo>
                  <a:lnTo>
                    <a:pt x="941" y="466"/>
                  </a:lnTo>
                  <a:lnTo>
                    <a:pt x="806" y="233"/>
                  </a:lnTo>
                  <a:lnTo>
                    <a:pt x="539" y="233"/>
                  </a:lnTo>
                  <a:lnTo>
                    <a:pt x="539" y="233"/>
                  </a:lnTo>
                  <a:lnTo>
                    <a:pt x="404" y="0"/>
                  </a:lnTo>
                  <a:lnTo>
                    <a:pt x="134" y="0"/>
                  </a:lnTo>
                  <a:lnTo>
                    <a:pt x="0" y="233"/>
                  </a:lnTo>
                  <a:lnTo>
                    <a:pt x="134" y="466"/>
                  </a:lnTo>
                  <a:lnTo>
                    <a:pt x="134" y="466"/>
                  </a:lnTo>
                  <a:lnTo>
                    <a:pt x="0" y="699"/>
                  </a:lnTo>
                  <a:lnTo>
                    <a:pt x="134" y="932"/>
                  </a:lnTo>
                  <a:lnTo>
                    <a:pt x="134" y="932"/>
                  </a:lnTo>
                  <a:lnTo>
                    <a:pt x="0" y="1165"/>
                  </a:lnTo>
                  <a:lnTo>
                    <a:pt x="134" y="1398"/>
                  </a:lnTo>
                  <a:lnTo>
                    <a:pt x="404" y="1398"/>
                  </a:lnTo>
                  <a:lnTo>
                    <a:pt x="539" y="1165"/>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37" name="Graphic 36">
            <a:extLst>
              <a:ext uri="{FF2B5EF4-FFF2-40B4-BE49-F238E27FC236}">
                <a16:creationId xmlns:a16="http://schemas.microsoft.com/office/drawing/2014/main" id="{BE7EB293-5E67-7746-A791-6D9DB8868B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38" name="Graphic 37">
            <a:extLst>
              <a:ext uri="{FF2B5EF4-FFF2-40B4-BE49-F238E27FC236}">
                <a16:creationId xmlns:a16="http://schemas.microsoft.com/office/drawing/2014/main" id="{9092DD28-221A-2B41-9C2F-BB9B8C5750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41279" y="5858329"/>
            <a:ext cx="1453896" cy="692331"/>
          </a:xfrm>
          <a:prstGeom prst="rect">
            <a:avLst/>
          </a:prstGeom>
        </p:spPr>
      </p:pic>
    </p:spTree>
    <p:extLst>
      <p:ext uri="{BB962C8B-B14F-4D97-AF65-F5344CB8AC3E}">
        <p14:creationId xmlns:p14="http://schemas.microsoft.com/office/powerpoint/2010/main" val="7657659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4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238500" y="361951"/>
            <a:ext cx="558006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255963" y="2677068"/>
            <a:ext cx="5562600" cy="307777"/>
          </a:xfrm>
          <a:prstGeom prst="rect">
            <a:avLst/>
          </a:prstGeom>
        </p:spPr>
        <p:txBody>
          <a:bodyPr vert="horz"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9" name="AutoShape 34">
            <a:extLst>
              <a:ext uri="{FF2B5EF4-FFF2-40B4-BE49-F238E27FC236}">
                <a16:creationId xmlns:a16="http://schemas.microsoft.com/office/drawing/2014/main" id="{8A34B69A-DB2F-481F-8211-1F895D0B4F81}"/>
              </a:ext>
            </a:extLst>
          </p:cNvPr>
          <p:cNvSpPr>
            <a:spLocks noChangeAspect="1" noChangeArrowheads="1" noTextEdit="1"/>
          </p:cNvSpPr>
          <p:nvPr userDrawn="1"/>
        </p:nvSpPr>
        <p:spPr bwMode="auto">
          <a:xfrm>
            <a:off x="0" y="1751013"/>
            <a:ext cx="2744788"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0" name="Group 49">
            <a:extLst>
              <a:ext uri="{FF2B5EF4-FFF2-40B4-BE49-F238E27FC236}">
                <a16:creationId xmlns:a16="http://schemas.microsoft.com/office/drawing/2014/main" id="{2C577578-FCFC-494F-AA0B-626BC085B96E}"/>
              </a:ext>
            </a:extLst>
          </p:cNvPr>
          <p:cNvGrpSpPr/>
          <p:nvPr userDrawn="1"/>
        </p:nvGrpSpPr>
        <p:grpSpPr>
          <a:xfrm>
            <a:off x="-3175" y="1765301"/>
            <a:ext cx="2735263" cy="1368425"/>
            <a:chOff x="-3175" y="1765301"/>
            <a:chExt cx="2735263" cy="1368425"/>
          </a:xfrm>
        </p:grpSpPr>
        <p:sp>
          <p:nvSpPr>
            <p:cNvPr id="40" name="Line 36">
              <a:extLst>
                <a:ext uri="{FF2B5EF4-FFF2-40B4-BE49-F238E27FC236}">
                  <a16:creationId xmlns:a16="http://schemas.microsoft.com/office/drawing/2014/main" id="{465A753A-1CC4-4BC0-9E5F-69F34F229FBF}"/>
                </a:ext>
              </a:extLst>
            </p:cNvPr>
            <p:cNvSpPr>
              <a:spLocks noChangeShapeType="1"/>
            </p:cNvSpPr>
            <p:nvPr userDrawn="1"/>
          </p:nvSpPr>
          <p:spPr bwMode="auto">
            <a:xfrm flipH="1">
              <a:off x="-3175" y="2449513"/>
              <a:ext cx="26368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ine 37">
              <a:extLst>
                <a:ext uri="{FF2B5EF4-FFF2-40B4-BE49-F238E27FC236}">
                  <a16:creationId xmlns:a16="http://schemas.microsoft.com/office/drawing/2014/main" id="{A5B37636-EF19-4465-BD54-254B115949B8}"/>
                </a:ext>
              </a:extLst>
            </p:cNvPr>
            <p:cNvSpPr>
              <a:spLocks noChangeShapeType="1"/>
            </p:cNvSpPr>
            <p:nvPr userDrawn="1"/>
          </p:nvSpPr>
          <p:spPr bwMode="auto">
            <a:xfrm flipH="1">
              <a:off x="-3175" y="3082926"/>
              <a:ext cx="20653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Oval 38">
              <a:extLst>
                <a:ext uri="{FF2B5EF4-FFF2-40B4-BE49-F238E27FC236}">
                  <a16:creationId xmlns:a16="http://schemas.microsoft.com/office/drawing/2014/main" id="{6E7F6813-79C5-4B28-86D4-6DC004BCE682}"/>
                </a:ext>
              </a:extLst>
            </p:cNvPr>
            <p:cNvSpPr>
              <a:spLocks noChangeArrowheads="1"/>
            </p:cNvSpPr>
            <p:nvPr userDrawn="1"/>
          </p:nvSpPr>
          <p:spPr bwMode="auto">
            <a:xfrm>
              <a:off x="2062163" y="3033713"/>
              <a:ext cx="98425" cy="100013"/>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39">
              <a:extLst>
                <a:ext uri="{FF2B5EF4-FFF2-40B4-BE49-F238E27FC236}">
                  <a16:creationId xmlns:a16="http://schemas.microsoft.com/office/drawing/2014/main" id="{083926FF-08A3-4CEF-B64D-4A0534D88A9F}"/>
                </a:ext>
              </a:extLst>
            </p:cNvPr>
            <p:cNvSpPr>
              <a:spLocks noChangeShapeType="1"/>
            </p:cNvSpPr>
            <p:nvPr userDrawn="1"/>
          </p:nvSpPr>
          <p:spPr bwMode="auto">
            <a:xfrm flipH="1">
              <a:off x="-3175" y="1816101"/>
              <a:ext cx="20653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Oval 40">
              <a:extLst>
                <a:ext uri="{FF2B5EF4-FFF2-40B4-BE49-F238E27FC236}">
                  <a16:creationId xmlns:a16="http://schemas.microsoft.com/office/drawing/2014/main" id="{B14B28F9-1AD9-494B-AF05-9DB5AA1D2B4D}"/>
                </a:ext>
              </a:extLst>
            </p:cNvPr>
            <p:cNvSpPr>
              <a:spLocks noChangeArrowheads="1"/>
            </p:cNvSpPr>
            <p:nvPr userDrawn="1"/>
          </p:nvSpPr>
          <p:spPr bwMode="auto">
            <a:xfrm>
              <a:off x="2062163" y="1765301"/>
              <a:ext cx="98425" cy="100013"/>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41">
              <a:extLst>
                <a:ext uri="{FF2B5EF4-FFF2-40B4-BE49-F238E27FC236}">
                  <a16:creationId xmlns:a16="http://schemas.microsoft.com/office/drawing/2014/main" id="{E5C65434-94AB-4EF7-A650-B54383B2A1EB}"/>
                </a:ext>
              </a:extLst>
            </p:cNvPr>
            <p:cNvSpPr>
              <a:spLocks noChangeShapeType="1"/>
            </p:cNvSpPr>
            <p:nvPr userDrawn="1"/>
          </p:nvSpPr>
          <p:spPr bwMode="auto">
            <a:xfrm flipH="1">
              <a:off x="-3175" y="2767013"/>
              <a:ext cx="2349500"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Oval 42">
              <a:extLst>
                <a:ext uri="{FF2B5EF4-FFF2-40B4-BE49-F238E27FC236}">
                  <a16:creationId xmlns:a16="http://schemas.microsoft.com/office/drawing/2014/main" id="{80C08853-38B7-4520-B578-CA5E42BA9FF0}"/>
                </a:ext>
              </a:extLst>
            </p:cNvPr>
            <p:cNvSpPr>
              <a:spLocks noChangeArrowheads="1"/>
            </p:cNvSpPr>
            <p:nvPr userDrawn="1"/>
          </p:nvSpPr>
          <p:spPr bwMode="auto">
            <a:xfrm>
              <a:off x="2346325" y="2717801"/>
              <a:ext cx="100013" cy="98425"/>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43">
              <a:extLst>
                <a:ext uri="{FF2B5EF4-FFF2-40B4-BE49-F238E27FC236}">
                  <a16:creationId xmlns:a16="http://schemas.microsoft.com/office/drawing/2014/main" id="{C739C4FA-1283-401E-B5B8-7BB3BCB4038B}"/>
                </a:ext>
              </a:extLst>
            </p:cNvPr>
            <p:cNvSpPr>
              <a:spLocks noChangeShapeType="1"/>
            </p:cNvSpPr>
            <p:nvPr userDrawn="1"/>
          </p:nvSpPr>
          <p:spPr bwMode="auto">
            <a:xfrm flipH="1">
              <a:off x="-3175" y="2132013"/>
              <a:ext cx="2349500"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Oval 44">
              <a:extLst>
                <a:ext uri="{FF2B5EF4-FFF2-40B4-BE49-F238E27FC236}">
                  <a16:creationId xmlns:a16="http://schemas.microsoft.com/office/drawing/2014/main" id="{5A62A4C1-32CA-4650-B880-F843C1AF3B36}"/>
                </a:ext>
              </a:extLst>
            </p:cNvPr>
            <p:cNvSpPr>
              <a:spLocks noChangeArrowheads="1"/>
            </p:cNvSpPr>
            <p:nvPr userDrawn="1"/>
          </p:nvSpPr>
          <p:spPr bwMode="auto">
            <a:xfrm>
              <a:off x="2346325" y="2082801"/>
              <a:ext cx="100013" cy="100013"/>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Oval 45">
              <a:extLst>
                <a:ext uri="{FF2B5EF4-FFF2-40B4-BE49-F238E27FC236}">
                  <a16:creationId xmlns:a16="http://schemas.microsoft.com/office/drawing/2014/main" id="{6E50DC05-0EBC-4191-90F4-581CB7E71953}"/>
                </a:ext>
              </a:extLst>
            </p:cNvPr>
            <p:cNvSpPr>
              <a:spLocks noChangeArrowheads="1"/>
            </p:cNvSpPr>
            <p:nvPr userDrawn="1"/>
          </p:nvSpPr>
          <p:spPr bwMode="auto">
            <a:xfrm>
              <a:off x="2633663" y="2400301"/>
              <a:ext cx="98425" cy="98425"/>
            </a:xfrm>
            <a:prstGeom prst="ellipse">
              <a:avLst/>
            </a:pr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37" name="Graphic 36">
            <a:extLst>
              <a:ext uri="{FF2B5EF4-FFF2-40B4-BE49-F238E27FC236}">
                <a16:creationId xmlns:a16="http://schemas.microsoft.com/office/drawing/2014/main" id="{21CD6E00-C949-FB43-896D-F015F9A8EC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pic>
        <p:nvPicPr>
          <p:cNvPr id="51" name="Graphic 50">
            <a:extLst>
              <a:ext uri="{FF2B5EF4-FFF2-40B4-BE49-F238E27FC236}">
                <a16:creationId xmlns:a16="http://schemas.microsoft.com/office/drawing/2014/main" id="{A6737A6B-24D0-AC4C-89D3-0ACDD975700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41279" y="5858329"/>
            <a:ext cx="1453896" cy="692331"/>
          </a:xfrm>
          <a:prstGeom prst="rect">
            <a:avLst/>
          </a:prstGeom>
        </p:spPr>
      </p:pic>
    </p:spTree>
    <p:extLst>
      <p:ext uri="{BB962C8B-B14F-4D97-AF65-F5344CB8AC3E}">
        <p14:creationId xmlns:p14="http://schemas.microsoft.com/office/powerpoint/2010/main" val="2255885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Tree>
    <p:extLst>
      <p:ext uri="{BB962C8B-B14F-4D97-AF65-F5344CB8AC3E}">
        <p14:creationId xmlns:p14="http://schemas.microsoft.com/office/powerpoint/2010/main" val="23528311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Tree>
    <p:extLst>
      <p:ext uri="{BB962C8B-B14F-4D97-AF65-F5344CB8AC3E}">
        <p14:creationId xmlns:p14="http://schemas.microsoft.com/office/powerpoint/2010/main" val="26790271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Tree>
    <p:extLst>
      <p:ext uri="{BB962C8B-B14F-4D97-AF65-F5344CB8AC3E}">
        <p14:creationId xmlns:p14="http://schemas.microsoft.com/office/powerpoint/2010/main" val="42146199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hank you SG">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One Raffles Place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#54-00	Singapore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048616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+65 6428 6102 </a:t>
            </a:r>
          </a:p>
          <a:p>
            <a:pPr marL="0" algn="l" defTabSz="228600" rtl="0" eaLnBrk="1" latinLnBrk="0" hangingPunct="1">
              <a:lnSpc>
                <a:spcPct val="110000"/>
              </a:lnSpc>
              <a:spcBef>
                <a:spcPts val="300"/>
              </a:spcBef>
              <a:spcAft>
                <a:spcPts val="1800"/>
              </a:spcAft>
            </a:pPr>
            <a:r>
              <a:rPr lang="en-US" sz="1500" b="1" kern="1200" cap="none" dirty="0" err="1">
                <a:solidFill>
                  <a:schemeClr val="tx1"/>
                </a:solidFill>
                <a:latin typeface="+mn-lt"/>
                <a:ea typeface="+mn-ea"/>
                <a:cs typeface="+mn-cs"/>
              </a:rPr>
              <a:t>www.rackspace.com</a:t>
            </a:r>
            <a:endParaRPr lang="en-US" sz="1500" b="1" kern="1200" cap="none" dirty="0">
              <a:solidFill>
                <a:schemeClr val="tx1"/>
              </a:solidFill>
              <a:latin typeface="+mn-lt"/>
              <a:ea typeface="+mn-ea"/>
              <a:cs typeface="+mn-cs"/>
            </a:endParaRP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Tree>
    <p:extLst>
      <p:ext uri="{BB962C8B-B14F-4D97-AF65-F5344CB8AC3E}">
        <p14:creationId xmlns:p14="http://schemas.microsoft.com/office/powerpoint/2010/main" val="5593192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Tree>
    <p:extLst>
      <p:ext uri="{BB962C8B-B14F-4D97-AF65-F5344CB8AC3E}">
        <p14:creationId xmlns:p14="http://schemas.microsoft.com/office/powerpoint/2010/main" val="414859974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940B877-6558-F94F-84BD-81ABC5443C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05328" y="2470892"/>
            <a:ext cx="6181344" cy="1916217"/>
          </a:xfrm>
          <a:prstGeom prst="rect">
            <a:avLst/>
          </a:prstGeom>
        </p:spPr>
      </p:pic>
    </p:spTree>
    <p:extLst>
      <p:ext uri="{BB962C8B-B14F-4D97-AF65-F5344CB8AC3E}">
        <p14:creationId xmlns:p14="http://schemas.microsoft.com/office/powerpoint/2010/main" val="27323556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Logo">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05328" y="2470892"/>
            <a:ext cx="6181344" cy="1916217"/>
          </a:xfrm>
          <a:prstGeom prst="rect">
            <a:avLst/>
          </a:prstGeom>
        </p:spPr>
      </p:pic>
    </p:spTree>
    <p:extLst>
      <p:ext uri="{BB962C8B-B14F-4D97-AF65-F5344CB8AC3E}">
        <p14:creationId xmlns:p14="http://schemas.microsoft.com/office/powerpoint/2010/main" val="355398579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theme" Target="../theme/theme2.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image" Target="../media/image5.svg"/><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19" Type="http://schemas.openxmlformats.org/officeDocument/2006/relationships/image" Target="../media/image1.png"/><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3238501" y="312485"/>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428625" marR="0" lvl="1"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714375" marR="0" lvl="2"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000125" marR="0" lvl="3"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285875" marR="0" lvl="4"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3873" r:id="rId1"/>
    <p:sldLayoutId id="2147483843" r:id="rId2"/>
    <p:sldLayoutId id="2147483828" r:id="rId3"/>
    <p:sldLayoutId id="2147483944" r:id="rId4"/>
    <p:sldLayoutId id="2147483817" r:id="rId5"/>
    <p:sldLayoutId id="2147483818" r:id="rId6"/>
    <p:sldLayoutId id="2147483819" r:id="rId7"/>
    <p:sldLayoutId id="2147483820" r:id="rId8"/>
    <p:sldLayoutId id="2147483829" r:id="rId9"/>
    <p:sldLayoutId id="2147483821" r:id="rId10"/>
    <p:sldLayoutId id="2147483822" r:id="rId11"/>
    <p:sldLayoutId id="2147483874" r:id="rId12"/>
    <p:sldLayoutId id="2147483823" r:id="rId13"/>
    <p:sldLayoutId id="2147483875" r:id="rId14"/>
    <p:sldLayoutId id="2147483824" r:id="rId15"/>
    <p:sldLayoutId id="2147483866" r:id="rId16"/>
    <p:sldLayoutId id="2147483869" r:id="rId17"/>
    <p:sldLayoutId id="2147483826" r:id="rId18"/>
    <p:sldLayoutId id="2147483827" r:id="rId19"/>
    <p:sldLayoutId id="2147483844" r:id="rId20"/>
    <p:sldLayoutId id="2147483853" r:id="rId21"/>
    <p:sldLayoutId id="2147483849" r:id="rId22"/>
    <p:sldLayoutId id="2147483851" r:id="rId23"/>
    <p:sldLayoutId id="2147483854" r:id="rId24"/>
    <p:sldLayoutId id="2147483855" r:id="rId25"/>
    <p:sldLayoutId id="2147483856" r:id="rId26"/>
    <p:sldLayoutId id="2147483857" r:id="rId27"/>
    <p:sldLayoutId id="2147483870" r:id="rId28"/>
    <p:sldLayoutId id="2147483845" r:id="rId29"/>
    <p:sldLayoutId id="2147483859" r:id="rId30"/>
    <p:sldLayoutId id="2147483864" r:id="rId31"/>
    <p:sldLayoutId id="2147483862" r:id="rId32"/>
    <p:sldLayoutId id="2147483867" r:id="rId33"/>
    <p:sldLayoutId id="2147483871" r:id="rId34"/>
    <p:sldLayoutId id="2147483846" r:id="rId35"/>
    <p:sldLayoutId id="2147483860" r:id="rId36"/>
    <p:sldLayoutId id="2147483865" r:id="rId37"/>
    <p:sldLayoutId id="2147483863" r:id="rId38"/>
    <p:sldLayoutId id="2147483868" r:id="rId39"/>
    <p:sldLayoutId id="2147483872" r:id="rId40"/>
    <p:sldLayoutId id="2147483992" r:id="rId41"/>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986" r:id="rId4"/>
    <p:sldLayoutId id="2147483988" r:id="rId5"/>
    <p:sldLayoutId id="2147483987" r:id="rId6"/>
    <p:sldLayoutId id="2147483836" r:id="rId7"/>
    <p:sldLayoutId id="2147483940" r:id="rId8"/>
    <p:sldLayoutId id="2147483941" r:id="rId9"/>
    <p:sldLayoutId id="2147483942" r:id="rId10"/>
    <p:sldLayoutId id="2147483838" r:id="rId11"/>
    <p:sldLayoutId id="2147483839" r:id="rId12"/>
    <p:sldLayoutId id="2147483840" r:id="rId13"/>
    <p:sldLayoutId id="2147483989" r:id="rId14"/>
    <p:sldLayoutId id="2147483841" r:id="rId15"/>
    <p:sldLayoutId id="2147483842" r:id="rId16"/>
    <p:sldLayoutId id="2147483847" r:id="rId17"/>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32.sv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34.sv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36.sv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38.sv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40.sv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42.sv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44.sv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17978F-0171-9F4D-B7A4-F020E8BD2D10}"/>
              </a:ext>
            </a:extLst>
          </p:cNvPr>
          <p:cNvSpPr>
            <a:spLocks noGrp="1"/>
          </p:cNvSpPr>
          <p:nvPr>
            <p:ph type="ctrTitle"/>
          </p:nvPr>
        </p:nvSpPr>
        <p:spPr>
          <a:xfrm>
            <a:off x="361950" y="1347609"/>
            <a:ext cx="4402137" cy="1215717"/>
          </a:xfrm>
        </p:spPr>
        <p:txBody>
          <a:bodyPr/>
          <a:lstStyle/>
          <a:p>
            <a:r>
              <a:rPr lang="en-US" dirty="0"/>
              <a:t>Landing Zone Framework</a:t>
            </a:r>
          </a:p>
        </p:txBody>
      </p:sp>
    </p:spTree>
    <p:extLst>
      <p:ext uri="{BB962C8B-B14F-4D97-AF65-F5344CB8AC3E}">
        <p14:creationId xmlns:p14="http://schemas.microsoft.com/office/powerpoint/2010/main" val="445089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E4785C-1316-2A19-0BBB-9EB6E5572209}"/>
              </a:ext>
            </a:extLst>
          </p:cNvPr>
          <p:cNvSpPr>
            <a:spLocks noGrp="1"/>
          </p:cNvSpPr>
          <p:nvPr>
            <p:ph type="body" sz="quarter" idx="16"/>
          </p:nvPr>
        </p:nvSpPr>
        <p:spPr>
          <a:xfrm>
            <a:off x="3065505" y="485519"/>
            <a:ext cx="5580063" cy="2242568"/>
          </a:xfrm>
        </p:spPr>
        <p:txBody>
          <a:bodyPr/>
          <a:lstStyle/>
          <a:p>
            <a:r>
              <a:rPr lang="en-US" dirty="0"/>
              <a:t>Introduction</a:t>
            </a:r>
          </a:p>
        </p:txBody>
      </p:sp>
    </p:spTree>
    <p:extLst>
      <p:ext uri="{BB962C8B-B14F-4D97-AF65-F5344CB8AC3E}">
        <p14:creationId xmlns:p14="http://schemas.microsoft.com/office/powerpoint/2010/main" val="272581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ADB99-368E-F99A-B24C-F7211D947136}"/>
              </a:ext>
            </a:extLst>
          </p:cNvPr>
          <p:cNvSpPr>
            <a:spLocks noGrp="1"/>
          </p:cNvSpPr>
          <p:nvPr>
            <p:ph type="title"/>
          </p:nvPr>
        </p:nvSpPr>
        <p:spPr/>
        <p:txBody>
          <a:bodyPr/>
          <a:lstStyle/>
          <a:p>
            <a:r>
              <a:rPr lang="en-US" dirty="0"/>
              <a:t>What is a Landing Zone ?</a:t>
            </a:r>
          </a:p>
        </p:txBody>
      </p:sp>
      <p:sp>
        <p:nvSpPr>
          <p:cNvPr id="12" name="Slide Number Placeholder 11">
            <a:extLst>
              <a:ext uri="{FF2B5EF4-FFF2-40B4-BE49-F238E27FC236}">
                <a16:creationId xmlns:a16="http://schemas.microsoft.com/office/drawing/2014/main" id="{959A9671-B73E-EEF6-25DF-19BBB11D1141}"/>
              </a:ext>
            </a:extLst>
          </p:cNvPr>
          <p:cNvSpPr>
            <a:spLocks noGrp="1"/>
          </p:cNvSpPr>
          <p:nvPr>
            <p:ph type="sldNum" sz="quarter" idx="4"/>
          </p:nvPr>
        </p:nvSpPr>
        <p:spPr/>
        <p:txBody>
          <a:bodyPr/>
          <a:lstStyle/>
          <a:p>
            <a:fld id="{762E77F0-FB5B-4E8E-9BC9-34F14560A017}" type="slidenum">
              <a:rPr lang="en-US" smtClean="0"/>
              <a:pPr/>
              <a:t>3</a:t>
            </a:fld>
            <a:endParaRPr lang="en-US" dirty="0"/>
          </a:p>
        </p:txBody>
      </p:sp>
      <p:sp>
        <p:nvSpPr>
          <p:cNvPr id="15" name="TextBox 14">
            <a:extLst>
              <a:ext uri="{FF2B5EF4-FFF2-40B4-BE49-F238E27FC236}">
                <a16:creationId xmlns:a16="http://schemas.microsoft.com/office/drawing/2014/main" id="{C52AB664-5EFF-89AA-4A37-B42803A97285}"/>
              </a:ext>
            </a:extLst>
          </p:cNvPr>
          <p:cNvSpPr txBox="1"/>
          <p:nvPr/>
        </p:nvSpPr>
        <p:spPr>
          <a:xfrm>
            <a:off x="235808" y="2394248"/>
            <a:ext cx="11491784" cy="1477328"/>
          </a:xfrm>
          <a:prstGeom prst="rect">
            <a:avLst/>
          </a:prstGeom>
          <a:noFill/>
        </p:spPr>
        <p:txBody>
          <a:bodyPr wrap="square" rtlCol="0">
            <a:spAutoFit/>
          </a:bodyPr>
          <a:lstStyle/>
          <a:p>
            <a:pPr algn="l"/>
            <a:r>
              <a:rPr lang="en-US" sz="1800" dirty="0">
                <a:latin typeface="Arial" panose="020B0604020202020204" pitchFamily="34" charset="0"/>
                <a:cs typeface="Arial" panose="020B0604020202020204" pitchFamily="34" charset="0"/>
              </a:rPr>
              <a:t>Landing Zones are the holistic </a:t>
            </a:r>
            <a:r>
              <a:rPr lang="en-GB" sz="1800" b="0" i="0" u="none" strike="noStrike" dirty="0">
                <a:effectLst/>
                <a:latin typeface="Arial" panose="020B0604020202020204" pitchFamily="34" charset="0"/>
                <a:cs typeface="Arial" panose="020B0604020202020204" pitchFamily="34" charset="0"/>
              </a:rPr>
              <a:t>components of infrastructure and operations processes using a cloud platform API to enable workload deployments with confidence.  Having </a:t>
            </a:r>
            <a:r>
              <a:rPr lang="en-GB" sz="1800" b="1" i="0" u="none" strike="noStrike" dirty="0">
                <a:effectLst/>
                <a:latin typeface="Arial" panose="020B0604020202020204" pitchFamily="34" charset="0"/>
                <a:cs typeface="Arial" panose="020B0604020202020204" pitchFamily="34" charset="0"/>
              </a:rPr>
              <a:t>confidence</a:t>
            </a:r>
            <a:r>
              <a:rPr lang="en-GB" sz="1800" b="0" i="0" u="none" strike="noStrike" dirty="0">
                <a:effectLst/>
                <a:latin typeface="Arial" panose="020B0604020202020204" pitchFamily="34" charset="0"/>
                <a:cs typeface="Arial" panose="020B0604020202020204" pitchFamily="34" charset="0"/>
              </a:rPr>
              <a:t> in the platform environments is key here.  There are a series of best practices which are generally identified as things which should be done across different cloud platforms.  It is highly recommended that these best practices and infrastructure components be deployed through </a:t>
            </a:r>
            <a:r>
              <a:rPr lang="en-GB" sz="1800" b="1" i="0" u="none" strike="noStrike" dirty="0">
                <a:effectLst/>
                <a:latin typeface="Arial" panose="020B0604020202020204" pitchFamily="34" charset="0"/>
                <a:cs typeface="Arial" panose="020B0604020202020204" pitchFamily="34" charset="0"/>
              </a:rPr>
              <a:t>code</a:t>
            </a:r>
            <a:r>
              <a:rPr lang="en-GB" sz="1800" b="0" i="0" u="none" strike="noStrike" dirty="0">
                <a:effectLst/>
                <a:latin typeface="Arial" panose="020B0604020202020204" pitchFamily="34" charset="0"/>
                <a:cs typeface="Arial" panose="020B0604020202020204" pitchFamily="34" charset="0"/>
              </a:rPr>
              <a:t> and follow a </a:t>
            </a:r>
            <a:r>
              <a:rPr lang="en-GB" sz="1800" b="1" i="0" u="none" strike="noStrike" dirty="0">
                <a:effectLst/>
                <a:latin typeface="Arial" panose="020B0604020202020204" pitchFamily="34" charset="0"/>
                <a:cs typeface="Arial" panose="020B0604020202020204" pitchFamily="34" charset="0"/>
              </a:rPr>
              <a:t>standardized, repeatable, and extensible framework</a:t>
            </a:r>
            <a:r>
              <a:rPr lang="en-US" sz="1800" dirty="0">
                <a:latin typeface="Arial" panose="020B0604020202020204" pitchFamily="34" charset="0"/>
                <a:cs typeface="Arial" panose="020B0604020202020204" pitchFamily="34" charset="0"/>
              </a:rPr>
              <a:t> </a:t>
            </a:r>
          </a:p>
        </p:txBody>
      </p:sp>
      <p:sp>
        <p:nvSpPr>
          <p:cNvPr id="20" name="TextBox 19">
            <a:extLst>
              <a:ext uri="{FF2B5EF4-FFF2-40B4-BE49-F238E27FC236}">
                <a16:creationId xmlns:a16="http://schemas.microsoft.com/office/drawing/2014/main" id="{9D9A068F-195D-9ED0-5673-A4BCA13AAC8A}"/>
              </a:ext>
            </a:extLst>
          </p:cNvPr>
          <p:cNvSpPr txBox="1"/>
          <p:nvPr/>
        </p:nvSpPr>
        <p:spPr>
          <a:xfrm>
            <a:off x="333756" y="4868654"/>
            <a:ext cx="2014152" cy="461665"/>
          </a:xfrm>
          <a:prstGeom prst="rect">
            <a:avLst/>
          </a:prstGeom>
          <a:noFill/>
        </p:spPr>
        <p:txBody>
          <a:bodyPr wrap="square" rtlCol="0">
            <a:spAutoFit/>
          </a:bodyPr>
          <a:lstStyle/>
          <a:p>
            <a:pPr algn="l"/>
            <a:r>
              <a:rPr lang="en-US" sz="2400" b="1" dirty="0">
                <a:solidFill>
                  <a:schemeClr val="bg2"/>
                </a:solidFill>
              </a:rPr>
              <a:t>Synonyms</a:t>
            </a:r>
          </a:p>
        </p:txBody>
      </p:sp>
      <p:sp>
        <p:nvSpPr>
          <p:cNvPr id="21" name="TextBox 20">
            <a:extLst>
              <a:ext uri="{FF2B5EF4-FFF2-40B4-BE49-F238E27FC236}">
                <a16:creationId xmlns:a16="http://schemas.microsoft.com/office/drawing/2014/main" id="{48B813D9-8DCC-CC3B-D86D-C08D2B9EB4CB}"/>
              </a:ext>
            </a:extLst>
          </p:cNvPr>
          <p:cNvSpPr txBox="1"/>
          <p:nvPr/>
        </p:nvSpPr>
        <p:spPr>
          <a:xfrm>
            <a:off x="3367340" y="4360823"/>
            <a:ext cx="3339376" cy="1477328"/>
          </a:xfrm>
          <a:prstGeom prst="rect">
            <a:avLst/>
          </a:prstGeom>
          <a:noFill/>
        </p:spPr>
        <p:txBody>
          <a:bodyPr wrap="none" rtlCol="0">
            <a:spAutoFit/>
          </a:bodyPr>
          <a:lstStyle/>
          <a:p>
            <a:pPr marL="342900" indent="-342900" algn="l">
              <a:buClr>
                <a:schemeClr val="tx2"/>
              </a:buClr>
              <a:buFont typeface="+mj-lt"/>
              <a:buAutoNum type="arabicPeriod"/>
            </a:pPr>
            <a:r>
              <a:rPr lang="en-US" sz="1800" dirty="0"/>
              <a:t>Cloud Foundations</a:t>
            </a:r>
          </a:p>
          <a:p>
            <a:pPr marL="342900" indent="-342900" algn="l">
              <a:buClr>
                <a:schemeClr val="tx2"/>
              </a:buClr>
              <a:buFont typeface="+mj-lt"/>
              <a:buAutoNum type="arabicPeriod"/>
            </a:pPr>
            <a:endParaRPr lang="en-US" sz="1800" dirty="0"/>
          </a:p>
          <a:p>
            <a:pPr marL="342900" indent="-342900" algn="l">
              <a:buClr>
                <a:schemeClr val="tx2"/>
              </a:buClr>
              <a:buFont typeface="+mj-lt"/>
              <a:buAutoNum type="arabicPeriod"/>
            </a:pPr>
            <a:r>
              <a:rPr lang="en-US" sz="1800" dirty="0"/>
              <a:t>Cloud Ready Environments</a:t>
            </a:r>
          </a:p>
          <a:p>
            <a:pPr marL="342900" indent="-342900" algn="l">
              <a:buClr>
                <a:schemeClr val="tx2"/>
              </a:buClr>
              <a:buFont typeface="+mj-lt"/>
              <a:buAutoNum type="arabicPeriod"/>
            </a:pPr>
            <a:endParaRPr lang="en-US" sz="1800" dirty="0"/>
          </a:p>
          <a:p>
            <a:pPr marL="342900" indent="-342900" algn="l">
              <a:buClr>
                <a:schemeClr val="tx2"/>
              </a:buClr>
              <a:buFont typeface="+mj-lt"/>
              <a:buAutoNum type="arabicPeriod"/>
            </a:pPr>
            <a:r>
              <a:rPr lang="en-US" sz="1800" dirty="0"/>
              <a:t>Landing Zones</a:t>
            </a:r>
          </a:p>
        </p:txBody>
      </p:sp>
      <p:cxnSp>
        <p:nvCxnSpPr>
          <p:cNvPr id="25" name="Straight Connector 24">
            <a:extLst>
              <a:ext uri="{FF2B5EF4-FFF2-40B4-BE49-F238E27FC236}">
                <a16:creationId xmlns:a16="http://schemas.microsoft.com/office/drawing/2014/main" id="{F33CAB88-3445-1B98-6205-0AEBE514F898}"/>
              </a:ext>
            </a:extLst>
          </p:cNvPr>
          <p:cNvCxnSpPr/>
          <p:nvPr/>
        </p:nvCxnSpPr>
        <p:spPr>
          <a:xfrm>
            <a:off x="2687718" y="4360823"/>
            <a:ext cx="0" cy="1644561"/>
          </a:xfrm>
          <a:prstGeom prst="line">
            <a:avLst/>
          </a:prstGeom>
        </p:spPr>
        <p:style>
          <a:lnRef idx="1">
            <a:schemeClr val="dk1"/>
          </a:lnRef>
          <a:fillRef idx="0">
            <a:schemeClr val="dk1"/>
          </a:fillRef>
          <a:effectRef idx="0">
            <a:schemeClr val="dk1"/>
          </a:effectRef>
          <a:fontRef idx="minor">
            <a:schemeClr val="tx1"/>
          </a:fontRef>
        </p:style>
      </p:cxnSp>
      <p:pic>
        <p:nvPicPr>
          <p:cNvPr id="29" name="Picture Placeholder 28" descr="A picture containing text, grass, scene, outdoor&#10;&#10;Description automatically generated">
            <a:extLst>
              <a:ext uri="{FF2B5EF4-FFF2-40B4-BE49-F238E27FC236}">
                <a16:creationId xmlns:a16="http://schemas.microsoft.com/office/drawing/2014/main" id="{79E19664-F1F0-6A69-5DD8-B8D9C75DAAB5}"/>
              </a:ext>
            </a:extLst>
          </p:cNvPr>
          <p:cNvPicPr>
            <a:picLocks noGrp="1" noChangeAspect="1"/>
          </p:cNvPicPr>
          <p:nvPr>
            <p:ph type="pic" sz="quarter" idx="13"/>
          </p:nvPr>
        </p:nvPicPr>
        <p:blipFill>
          <a:blip r:embed="rId3"/>
          <a:srcRect t="12510" b="12510"/>
          <a:stretch>
            <a:fillRect/>
          </a:stretch>
        </p:blipFill>
        <p:spPr/>
      </p:pic>
    </p:spTree>
    <p:extLst>
      <p:ext uri="{BB962C8B-B14F-4D97-AF65-F5344CB8AC3E}">
        <p14:creationId xmlns:p14="http://schemas.microsoft.com/office/powerpoint/2010/main" val="2518019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43D6B32-04A6-5C33-0F0D-7CA7ECB4AD4C}"/>
              </a:ext>
            </a:extLst>
          </p:cNvPr>
          <p:cNvSpPr>
            <a:spLocks noGrp="1"/>
          </p:cNvSpPr>
          <p:nvPr>
            <p:ph type="body" sz="quarter" idx="14"/>
          </p:nvPr>
        </p:nvSpPr>
        <p:spPr>
          <a:xfrm>
            <a:off x="361951" y="200026"/>
            <a:ext cx="8467725" cy="477054"/>
          </a:xfrm>
        </p:spPr>
        <p:txBody>
          <a:bodyPr/>
          <a:lstStyle/>
          <a:p>
            <a:r>
              <a:rPr lang="en-US" sz="3100" dirty="0"/>
              <a:t>Key Concepts</a:t>
            </a:r>
          </a:p>
        </p:txBody>
      </p:sp>
      <p:sp>
        <p:nvSpPr>
          <p:cNvPr id="4" name="Slide Number Placeholder 3">
            <a:extLst>
              <a:ext uri="{FF2B5EF4-FFF2-40B4-BE49-F238E27FC236}">
                <a16:creationId xmlns:a16="http://schemas.microsoft.com/office/drawing/2014/main" id="{1C16420E-5742-28DB-9925-5AB8F98BF4B2}"/>
              </a:ext>
            </a:extLst>
          </p:cNvPr>
          <p:cNvSpPr>
            <a:spLocks noGrp="1"/>
          </p:cNvSpPr>
          <p:nvPr>
            <p:ph type="sldNum" sz="quarter" idx="4"/>
          </p:nvPr>
        </p:nvSpPr>
        <p:spPr/>
        <p:txBody>
          <a:bodyPr/>
          <a:lstStyle/>
          <a:p>
            <a:fld id="{762E77F0-FB5B-4E8E-9BC9-34F14560A017}" type="slidenum">
              <a:rPr lang="en-US" smtClean="0"/>
              <a:pPr/>
              <a:t>4</a:t>
            </a:fld>
            <a:endParaRPr lang="en-US" dirty="0"/>
          </a:p>
        </p:txBody>
      </p:sp>
      <p:sp>
        <p:nvSpPr>
          <p:cNvPr id="5" name="Text Placeholder 5">
            <a:extLst>
              <a:ext uri="{FF2B5EF4-FFF2-40B4-BE49-F238E27FC236}">
                <a16:creationId xmlns:a16="http://schemas.microsoft.com/office/drawing/2014/main" id="{F124971D-4E77-5078-B6E4-78A6BB482616}"/>
              </a:ext>
            </a:extLst>
          </p:cNvPr>
          <p:cNvSpPr txBox="1">
            <a:spLocks/>
          </p:cNvSpPr>
          <p:nvPr/>
        </p:nvSpPr>
        <p:spPr>
          <a:xfrm>
            <a:off x="361951" y="1683054"/>
            <a:ext cx="8580120" cy="3031599"/>
          </a:xfrm>
          <a:prstGeom prst="rect">
            <a:avLst/>
          </a:prstGeom>
        </p:spPr>
        <p:txBody>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dirty="0"/>
              <a:t>Landing Zones are </a:t>
            </a:r>
            <a:r>
              <a:rPr lang="en-US" b="1" dirty="0"/>
              <a:t>NOT a fixed thing</a:t>
            </a:r>
          </a:p>
          <a:p>
            <a:pPr marL="342900" indent="-342900">
              <a:buFont typeface="+mj-lt"/>
              <a:buAutoNum type="arabicPeriod"/>
            </a:pPr>
            <a:endParaRPr lang="en-US" b="1" dirty="0"/>
          </a:p>
          <a:p>
            <a:pPr marL="342900" indent="-342900">
              <a:buFont typeface="+mj-lt"/>
              <a:buAutoNum type="arabicPeriod"/>
            </a:pPr>
            <a:r>
              <a:rPr lang="en-US" b="1" dirty="0"/>
              <a:t>Every workload </a:t>
            </a:r>
            <a:r>
              <a:rPr lang="en-US" dirty="0"/>
              <a:t>migration or deployment </a:t>
            </a:r>
            <a:r>
              <a:rPr lang="en-US" b="1" dirty="0"/>
              <a:t>can require foundation modifications</a:t>
            </a:r>
          </a:p>
          <a:p>
            <a:pPr marL="342900" indent="-342900">
              <a:buFont typeface="+mj-lt"/>
              <a:buAutoNum type="arabicPeriod"/>
            </a:pPr>
            <a:endParaRPr lang="en-US" b="1" dirty="0"/>
          </a:p>
          <a:p>
            <a:pPr marL="342900" indent="-342900">
              <a:buFont typeface="+mj-lt"/>
              <a:buAutoNum type="arabicPeriod"/>
            </a:pPr>
            <a:r>
              <a:rPr lang="en-US" dirty="0"/>
              <a:t>Landing Zone changes are </a:t>
            </a:r>
            <a:r>
              <a:rPr lang="en-US" b="1" dirty="0"/>
              <a:t>FREQUENT</a:t>
            </a:r>
            <a:r>
              <a:rPr lang="en-US" dirty="0"/>
              <a:t> and part of a </a:t>
            </a:r>
            <a:r>
              <a:rPr lang="en-US" b="1" dirty="0"/>
              <a:t>LIFECYCLE</a:t>
            </a:r>
          </a:p>
          <a:p>
            <a:pPr marL="342900" indent="-342900">
              <a:buFont typeface="+mj-lt"/>
              <a:buAutoNum type="arabicPeriod"/>
            </a:pPr>
            <a:endParaRPr lang="en-US" b="1" dirty="0"/>
          </a:p>
          <a:p>
            <a:pPr marL="342900" indent="-342900">
              <a:buFont typeface="+mj-lt"/>
              <a:buAutoNum type="arabicPeriod"/>
            </a:pPr>
            <a:r>
              <a:rPr lang="en-US" dirty="0"/>
              <a:t>Landing Zones have starting points on journeys. The journey are the </a:t>
            </a:r>
            <a:r>
              <a:rPr lang="en-US" b="1" dirty="0"/>
              <a:t>business operational needs which change over time</a:t>
            </a:r>
          </a:p>
        </p:txBody>
      </p:sp>
    </p:spTree>
    <p:extLst>
      <p:ext uri="{BB962C8B-B14F-4D97-AF65-F5344CB8AC3E}">
        <p14:creationId xmlns:p14="http://schemas.microsoft.com/office/powerpoint/2010/main" val="636460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2EFDD5-DE40-C84F-CE97-D10BB655BAA2}"/>
              </a:ext>
            </a:extLst>
          </p:cNvPr>
          <p:cNvSpPr>
            <a:spLocks noGrp="1"/>
          </p:cNvSpPr>
          <p:nvPr>
            <p:ph type="title"/>
          </p:nvPr>
        </p:nvSpPr>
        <p:spPr/>
        <p:txBody>
          <a:bodyPr/>
          <a:lstStyle/>
          <a:p>
            <a:r>
              <a:rPr lang="en-US" dirty="0"/>
              <a:t>Overview</a:t>
            </a:r>
          </a:p>
        </p:txBody>
      </p:sp>
      <p:sp>
        <p:nvSpPr>
          <p:cNvPr id="4" name="Slide Number Placeholder 3">
            <a:extLst>
              <a:ext uri="{FF2B5EF4-FFF2-40B4-BE49-F238E27FC236}">
                <a16:creationId xmlns:a16="http://schemas.microsoft.com/office/drawing/2014/main" id="{F6471689-69E4-5C5B-F6C7-16E540F2B469}"/>
              </a:ext>
            </a:extLst>
          </p:cNvPr>
          <p:cNvSpPr>
            <a:spLocks noGrp="1"/>
          </p:cNvSpPr>
          <p:nvPr>
            <p:ph type="sldNum" sz="quarter" idx="4"/>
          </p:nvPr>
        </p:nvSpPr>
        <p:spPr/>
        <p:txBody>
          <a:bodyPr/>
          <a:lstStyle/>
          <a:p>
            <a:fld id="{762E77F0-FB5B-4E8E-9BC9-34F14560A017}" type="slidenum">
              <a:rPr lang="en-US" smtClean="0"/>
              <a:pPr/>
              <a:t>5</a:t>
            </a:fld>
            <a:endParaRPr lang="en-US" dirty="0"/>
          </a:p>
        </p:txBody>
      </p:sp>
      <p:sp>
        <p:nvSpPr>
          <p:cNvPr id="5" name="Rounded Rectangle 4">
            <a:extLst>
              <a:ext uri="{FF2B5EF4-FFF2-40B4-BE49-F238E27FC236}">
                <a16:creationId xmlns:a16="http://schemas.microsoft.com/office/drawing/2014/main" id="{CE6177FE-F8BF-23D6-28EF-2F24B7E2A0C4}"/>
              </a:ext>
            </a:extLst>
          </p:cNvPr>
          <p:cNvSpPr/>
          <p:nvPr/>
        </p:nvSpPr>
        <p:spPr>
          <a:xfrm>
            <a:off x="2942659" y="979832"/>
            <a:ext cx="2110431" cy="3667539"/>
          </a:xfrm>
          <a:prstGeom prst="roundRect">
            <a:avLst/>
          </a:prstGeom>
          <a:solidFill>
            <a:sysClr val="window" lastClr="FFFFFF"/>
          </a:solidFill>
          <a:ln w="22225" cap="flat" cmpd="sng" algn="ctr">
            <a:solidFill>
              <a:sysClr val="windowText" lastClr="000000"/>
            </a:solidFill>
            <a:prstDash val="solid"/>
            <a:miter lim="800000"/>
          </a:ln>
          <a:effectLst/>
        </p:spPr>
        <p:txBody>
          <a:bodyPr rtlCol="0" anchor="ctr"/>
          <a:lstStyle/>
          <a:p>
            <a:pPr algn="ctr" defTabSz="914400"/>
            <a:endParaRPr lang="en-US" sz="1600" kern="0" dirty="0">
              <a:solidFill>
                <a:prstClr val="black"/>
              </a:solidFill>
            </a:endParaRPr>
          </a:p>
        </p:txBody>
      </p:sp>
      <p:sp>
        <p:nvSpPr>
          <p:cNvPr id="6" name="Rectangle 5">
            <a:extLst>
              <a:ext uri="{FF2B5EF4-FFF2-40B4-BE49-F238E27FC236}">
                <a16:creationId xmlns:a16="http://schemas.microsoft.com/office/drawing/2014/main" id="{67DC02B0-F3FA-4B8D-49B5-13F5389872E9}"/>
              </a:ext>
            </a:extLst>
          </p:cNvPr>
          <p:cNvSpPr/>
          <p:nvPr/>
        </p:nvSpPr>
        <p:spPr>
          <a:xfrm>
            <a:off x="10541361" y="1457973"/>
            <a:ext cx="1468941" cy="2973058"/>
          </a:xfrm>
          <a:prstGeom prst="rect">
            <a:avLst/>
          </a:prstGeom>
          <a:ln w="22225"/>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Rectangle 6">
            <a:extLst>
              <a:ext uri="{FF2B5EF4-FFF2-40B4-BE49-F238E27FC236}">
                <a16:creationId xmlns:a16="http://schemas.microsoft.com/office/drawing/2014/main" id="{6B2767BA-B71E-E9FE-1151-DD5F91A1316F}"/>
              </a:ext>
            </a:extLst>
          </p:cNvPr>
          <p:cNvSpPr/>
          <p:nvPr/>
        </p:nvSpPr>
        <p:spPr>
          <a:xfrm>
            <a:off x="5728688" y="979831"/>
            <a:ext cx="2446213" cy="3667540"/>
          </a:xfrm>
          <a:prstGeom prst="rect">
            <a:avLst/>
          </a:prstGeom>
          <a:solidFill>
            <a:sysClr val="window" lastClr="FFFFFF"/>
          </a:solidFill>
          <a:ln w="15875"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8" name="Rounded Rectangle 7">
            <a:extLst>
              <a:ext uri="{FF2B5EF4-FFF2-40B4-BE49-F238E27FC236}">
                <a16:creationId xmlns:a16="http://schemas.microsoft.com/office/drawing/2014/main" id="{90EE8920-870E-E994-BE7B-28BD880AF387}"/>
              </a:ext>
            </a:extLst>
          </p:cNvPr>
          <p:cNvSpPr/>
          <p:nvPr/>
        </p:nvSpPr>
        <p:spPr>
          <a:xfrm>
            <a:off x="136401" y="4945155"/>
            <a:ext cx="8082168" cy="1227209"/>
          </a:xfrm>
          <a:prstGeom prst="roundRect">
            <a:avLst/>
          </a:prstGeom>
          <a:ln w="22225"/>
        </p:spPr>
        <p:style>
          <a:lnRef idx="2">
            <a:schemeClr val="dk1"/>
          </a:lnRef>
          <a:fillRef idx="1">
            <a:schemeClr val="lt1"/>
          </a:fillRef>
          <a:effectRef idx="0">
            <a:schemeClr val="dk1"/>
          </a:effectRef>
          <a:fontRef idx="minor">
            <a:schemeClr val="dk1"/>
          </a:fontRef>
        </p:style>
        <p:txBody>
          <a:bodyPr rtlCol="0" anchor="ctr"/>
          <a:lstStyle/>
          <a:p>
            <a:pPr algn="ctr" defTabSz="914400"/>
            <a:r>
              <a:rPr lang="en-US" sz="1600" kern="0" dirty="0">
                <a:solidFill>
                  <a:prstClr val="black"/>
                </a:solidFill>
              </a:rPr>
              <a:t>Landing Zone Design</a:t>
            </a:r>
          </a:p>
          <a:p>
            <a:pPr algn="ctr" defTabSz="914400"/>
            <a:r>
              <a:rPr lang="en-US" sz="1600" kern="0" dirty="0">
                <a:solidFill>
                  <a:prstClr val="black"/>
                </a:solidFill>
              </a:rPr>
              <a:t>Reference Architecture (guidelines, standards, best practices, patterns)</a:t>
            </a:r>
          </a:p>
        </p:txBody>
      </p:sp>
      <p:sp>
        <p:nvSpPr>
          <p:cNvPr id="9" name="Rounded Rectangle 8">
            <a:extLst>
              <a:ext uri="{FF2B5EF4-FFF2-40B4-BE49-F238E27FC236}">
                <a16:creationId xmlns:a16="http://schemas.microsoft.com/office/drawing/2014/main" id="{9C6E87AF-0E0E-08B6-4E34-1640898AB93A}"/>
              </a:ext>
            </a:extLst>
          </p:cNvPr>
          <p:cNvSpPr/>
          <p:nvPr/>
        </p:nvSpPr>
        <p:spPr>
          <a:xfrm>
            <a:off x="181697" y="979832"/>
            <a:ext cx="1868556" cy="3667539"/>
          </a:xfrm>
          <a:prstGeom prst="roundRect">
            <a:avLst/>
          </a:prstGeom>
          <a:ln w="22225"/>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Organization &amp; Technical Scope and Requirements</a:t>
            </a:r>
            <a:endParaRPr kumimoji="0" lang="en-US" sz="1000" b="0" i="0" u="none" strike="noStrike" kern="0" cap="none" spc="0" normalizeH="0" baseline="0" noProof="0" dirty="0">
              <a:ln>
                <a:noFill/>
              </a:ln>
              <a:solidFill>
                <a:prstClr val="black"/>
              </a:solidFill>
              <a:effectLst/>
              <a:uLnTx/>
              <a:uFillTx/>
              <a:cs typeface="Arial"/>
            </a:endParaRPr>
          </a:p>
        </p:txBody>
      </p:sp>
      <p:sp>
        <p:nvSpPr>
          <p:cNvPr id="10" name="TextBox 9">
            <a:extLst>
              <a:ext uri="{FF2B5EF4-FFF2-40B4-BE49-F238E27FC236}">
                <a16:creationId xmlns:a16="http://schemas.microsoft.com/office/drawing/2014/main" id="{97C8A43E-3731-E08D-0A54-2B006EF446D3}"/>
              </a:ext>
            </a:extLst>
          </p:cNvPr>
          <p:cNvSpPr txBox="1"/>
          <p:nvPr/>
        </p:nvSpPr>
        <p:spPr>
          <a:xfrm>
            <a:off x="3184531" y="1308776"/>
            <a:ext cx="1720343"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Build Foundation</a:t>
            </a:r>
          </a:p>
        </p:txBody>
      </p:sp>
      <p:sp>
        <p:nvSpPr>
          <p:cNvPr id="11" name="Rectangle 10">
            <a:extLst>
              <a:ext uri="{FF2B5EF4-FFF2-40B4-BE49-F238E27FC236}">
                <a16:creationId xmlns:a16="http://schemas.microsoft.com/office/drawing/2014/main" id="{C682A595-30DD-500B-77D1-1EC4FFBC9BAF}"/>
              </a:ext>
            </a:extLst>
          </p:cNvPr>
          <p:cNvSpPr/>
          <p:nvPr/>
        </p:nvSpPr>
        <p:spPr>
          <a:xfrm>
            <a:off x="3157374" y="1853823"/>
            <a:ext cx="1669797" cy="516835"/>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Cross Services</a:t>
            </a:r>
          </a:p>
        </p:txBody>
      </p:sp>
      <p:sp>
        <p:nvSpPr>
          <p:cNvPr id="12" name="Rectangle 11">
            <a:extLst>
              <a:ext uri="{FF2B5EF4-FFF2-40B4-BE49-F238E27FC236}">
                <a16:creationId xmlns:a16="http://schemas.microsoft.com/office/drawing/2014/main" id="{80C8D5C6-25B0-0CD3-220D-376256322A7F}"/>
              </a:ext>
            </a:extLst>
          </p:cNvPr>
          <p:cNvSpPr/>
          <p:nvPr/>
        </p:nvSpPr>
        <p:spPr>
          <a:xfrm>
            <a:off x="3162974" y="2526836"/>
            <a:ext cx="1669797" cy="516836"/>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Account Ruleset</a:t>
            </a:r>
          </a:p>
        </p:txBody>
      </p:sp>
      <p:sp>
        <p:nvSpPr>
          <p:cNvPr id="13" name="Rectangle 12">
            <a:extLst>
              <a:ext uri="{FF2B5EF4-FFF2-40B4-BE49-F238E27FC236}">
                <a16:creationId xmlns:a16="http://schemas.microsoft.com/office/drawing/2014/main" id="{68D55C75-30BD-BA13-DC21-F9D007E53AA6}"/>
              </a:ext>
            </a:extLst>
          </p:cNvPr>
          <p:cNvSpPr/>
          <p:nvPr/>
        </p:nvSpPr>
        <p:spPr>
          <a:xfrm>
            <a:off x="3171567" y="3199850"/>
            <a:ext cx="1669797" cy="516836"/>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Service Catalog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cs typeface="Arial"/>
              </a:rPr>
              <a:t>(Tenant / Role)</a:t>
            </a:r>
          </a:p>
        </p:txBody>
      </p:sp>
      <p:sp>
        <p:nvSpPr>
          <p:cNvPr id="14" name="Rectangle 13">
            <a:extLst>
              <a:ext uri="{FF2B5EF4-FFF2-40B4-BE49-F238E27FC236}">
                <a16:creationId xmlns:a16="http://schemas.microsoft.com/office/drawing/2014/main" id="{E5441873-39C9-7F0A-3CC8-9A7A76CF48BA}"/>
              </a:ext>
            </a:extLst>
          </p:cNvPr>
          <p:cNvSpPr/>
          <p:nvPr/>
        </p:nvSpPr>
        <p:spPr>
          <a:xfrm>
            <a:off x="3162975" y="3872864"/>
            <a:ext cx="1669797" cy="516835"/>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Domain-Specific Rulesets</a:t>
            </a:r>
            <a:endParaRPr kumimoji="0" lang="en-US" sz="1400" b="0" i="0" u="none" strike="noStrike" kern="0" cap="none" spc="0" normalizeH="0" baseline="0" noProof="0" dirty="0">
              <a:ln>
                <a:noFill/>
              </a:ln>
              <a:solidFill>
                <a:prstClr val="black"/>
              </a:solidFill>
              <a:effectLst/>
              <a:uLnTx/>
              <a:uFillTx/>
              <a:cs typeface="Arial"/>
            </a:endParaRPr>
          </a:p>
        </p:txBody>
      </p:sp>
      <p:sp>
        <p:nvSpPr>
          <p:cNvPr id="15" name="Rounded Rectangle 14">
            <a:extLst>
              <a:ext uri="{FF2B5EF4-FFF2-40B4-BE49-F238E27FC236}">
                <a16:creationId xmlns:a16="http://schemas.microsoft.com/office/drawing/2014/main" id="{1CED4158-555C-8900-15B8-D49792780BD3}"/>
              </a:ext>
            </a:extLst>
          </p:cNvPr>
          <p:cNvSpPr/>
          <p:nvPr/>
        </p:nvSpPr>
        <p:spPr>
          <a:xfrm>
            <a:off x="5899910" y="1457973"/>
            <a:ext cx="2110431" cy="1728377"/>
          </a:xfrm>
          <a:prstGeom prst="roundRect">
            <a:avLst/>
          </a:prstGeom>
          <a:ln w="22225"/>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6" name="TextBox 15">
            <a:extLst>
              <a:ext uri="{FF2B5EF4-FFF2-40B4-BE49-F238E27FC236}">
                <a16:creationId xmlns:a16="http://schemas.microsoft.com/office/drawing/2014/main" id="{5B2C0F92-0F8B-FCB8-0325-1D82EEA842BC}"/>
              </a:ext>
            </a:extLst>
          </p:cNvPr>
          <p:cNvSpPr txBox="1"/>
          <p:nvPr/>
        </p:nvSpPr>
        <p:spPr>
          <a:xfrm>
            <a:off x="6144493" y="1751948"/>
            <a:ext cx="1621264" cy="1077218"/>
          </a:xfrm>
          <a:prstGeom prst="rect">
            <a:avLst/>
          </a:prstGeom>
          <a:noFill/>
        </p:spPr>
        <p:txBody>
          <a:bodyPr wrap="square" rtlCol="0" anchor="t">
            <a:spAutoFit/>
          </a:bodyPr>
          <a:lstStyle/>
          <a:p>
            <a:pPr algn="ctr"/>
            <a:r>
              <a:rPr lang="en-US" sz="1600" dirty="0">
                <a:solidFill>
                  <a:prstClr val="black"/>
                </a:solidFill>
                <a:cs typeface="Arial"/>
              </a:rPr>
              <a:t>Templated Infrastructure as a Code (</a:t>
            </a:r>
            <a:r>
              <a:rPr lang="en-US" sz="1600" dirty="0" err="1">
                <a:solidFill>
                  <a:prstClr val="black"/>
                </a:solidFill>
                <a:cs typeface="Arial"/>
              </a:rPr>
              <a:t>IaaC</a:t>
            </a:r>
            <a:r>
              <a:rPr lang="en-US" sz="1600" dirty="0">
                <a:solidFill>
                  <a:prstClr val="black"/>
                </a:solidFill>
                <a:cs typeface="Arial"/>
              </a:rPr>
              <a:t>)</a:t>
            </a:r>
          </a:p>
        </p:txBody>
      </p:sp>
      <p:sp>
        <p:nvSpPr>
          <p:cNvPr id="17" name="Rounded Rectangle 16">
            <a:extLst>
              <a:ext uri="{FF2B5EF4-FFF2-40B4-BE49-F238E27FC236}">
                <a16:creationId xmlns:a16="http://schemas.microsoft.com/office/drawing/2014/main" id="{429CBE47-78DC-99A2-F647-81B61C01EDCD}"/>
              </a:ext>
            </a:extLst>
          </p:cNvPr>
          <p:cNvSpPr/>
          <p:nvPr/>
        </p:nvSpPr>
        <p:spPr>
          <a:xfrm>
            <a:off x="5899910" y="3464138"/>
            <a:ext cx="2110431" cy="966894"/>
          </a:xfrm>
          <a:prstGeom prst="roundRect">
            <a:avLst/>
          </a:prstGeom>
          <a:ln w="22225"/>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Governance &amp; Compliance </a:t>
            </a:r>
            <a:endParaRPr kumimoji="0" lang="en-US" sz="1600" b="0" i="0" u="none" strike="noStrike" kern="0" cap="none" spc="0" normalizeH="0" baseline="0" noProof="0" dirty="0">
              <a:ln>
                <a:noFill/>
              </a:ln>
              <a:solidFill>
                <a:prstClr val="black"/>
              </a:solidFill>
              <a:effectLst/>
              <a:uLnTx/>
              <a:uFillTx/>
              <a:cs typeface="Arial"/>
            </a:endParaRPr>
          </a:p>
        </p:txBody>
      </p:sp>
      <p:sp>
        <p:nvSpPr>
          <p:cNvPr id="18" name="TextBox 17">
            <a:extLst>
              <a:ext uri="{FF2B5EF4-FFF2-40B4-BE49-F238E27FC236}">
                <a16:creationId xmlns:a16="http://schemas.microsoft.com/office/drawing/2014/main" id="{C06F0852-FE6E-9C88-398E-B6CBE9FF5367}"/>
              </a:ext>
            </a:extLst>
          </p:cNvPr>
          <p:cNvSpPr txBox="1"/>
          <p:nvPr/>
        </p:nvSpPr>
        <p:spPr>
          <a:xfrm>
            <a:off x="6340889" y="986391"/>
            <a:ext cx="1221809"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Automation</a:t>
            </a:r>
            <a:endParaRPr kumimoji="0" lang="en-US" sz="1800" b="0" i="0" u="none" strike="noStrike" kern="0" cap="none" spc="0" normalizeH="0" baseline="0" noProof="0" dirty="0">
              <a:ln>
                <a:noFill/>
              </a:ln>
              <a:solidFill>
                <a:prstClr val="black"/>
              </a:solidFill>
              <a:effectLst/>
              <a:uLnTx/>
              <a:uFillTx/>
            </a:endParaRPr>
          </a:p>
        </p:txBody>
      </p:sp>
      <p:pic>
        <p:nvPicPr>
          <p:cNvPr id="19" name="Graphic 18" descr="Single gear">
            <a:extLst>
              <a:ext uri="{FF2B5EF4-FFF2-40B4-BE49-F238E27FC236}">
                <a16:creationId xmlns:a16="http://schemas.microsoft.com/office/drawing/2014/main" id="{10AE2289-A57D-B843-738E-4C980664E3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07999" y="2511151"/>
            <a:ext cx="769620" cy="769620"/>
          </a:xfrm>
          <a:prstGeom prst="rect">
            <a:avLst/>
          </a:prstGeom>
        </p:spPr>
      </p:pic>
      <p:cxnSp>
        <p:nvCxnSpPr>
          <p:cNvPr id="20" name="Straight Connector 19">
            <a:extLst>
              <a:ext uri="{FF2B5EF4-FFF2-40B4-BE49-F238E27FC236}">
                <a16:creationId xmlns:a16="http://schemas.microsoft.com/office/drawing/2014/main" id="{38251171-21FA-41DD-DD9E-1D4607F14ED0}"/>
              </a:ext>
            </a:extLst>
          </p:cNvPr>
          <p:cNvCxnSpPr>
            <a:cxnSpLocks/>
          </p:cNvCxnSpPr>
          <p:nvPr/>
        </p:nvCxnSpPr>
        <p:spPr>
          <a:xfrm>
            <a:off x="471807" y="1100314"/>
            <a:ext cx="1288336"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B3C65C7-3F2F-3697-BCAA-414EBB1723A9}"/>
              </a:ext>
            </a:extLst>
          </p:cNvPr>
          <p:cNvCxnSpPr>
            <a:cxnSpLocks/>
          </p:cNvCxnSpPr>
          <p:nvPr/>
        </p:nvCxnSpPr>
        <p:spPr>
          <a:xfrm>
            <a:off x="402594" y="5065938"/>
            <a:ext cx="7572444"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9C14842-6C18-7CB0-3FCA-AADA3727F6BA}"/>
              </a:ext>
            </a:extLst>
          </p:cNvPr>
          <p:cNvCxnSpPr>
            <a:cxnSpLocks/>
          </p:cNvCxnSpPr>
          <p:nvPr/>
        </p:nvCxnSpPr>
        <p:spPr>
          <a:xfrm>
            <a:off x="3348104" y="1120025"/>
            <a:ext cx="1288336" cy="0"/>
          </a:xfrm>
          <a:prstGeom prst="line">
            <a:avLst/>
          </a:prstGeom>
          <a:ln w="539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FE1633B-BC2C-11B6-ED30-63AE09C8F4CC}"/>
              </a:ext>
            </a:extLst>
          </p:cNvPr>
          <p:cNvCxnSpPr>
            <a:cxnSpLocks/>
          </p:cNvCxnSpPr>
          <p:nvPr/>
        </p:nvCxnSpPr>
        <p:spPr>
          <a:xfrm>
            <a:off x="6310957" y="1585934"/>
            <a:ext cx="1288336" cy="0"/>
          </a:xfrm>
          <a:prstGeom prst="line">
            <a:avLst/>
          </a:prstGeom>
          <a:ln w="539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EEE3699-FC2D-085E-3687-88A19B42AAC9}"/>
              </a:ext>
            </a:extLst>
          </p:cNvPr>
          <p:cNvCxnSpPr>
            <a:cxnSpLocks/>
          </p:cNvCxnSpPr>
          <p:nvPr/>
        </p:nvCxnSpPr>
        <p:spPr>
          <a:xfrm>
            <a:off x="6310957" y="3593259"/>
            <a:ext cx="1288336" cy="0"/>
          </a:xfrm>
          <a:prstGeom prst="line">
            <a:avLst/>
          </a:prstGeom>
          <a:ln w="539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5" name="Right Arrow 24">
            <a:extLst>
              <a:ext uri="{FF2B5EF4-FFF2-40B4-BE49-F238E27FC236}">
                <a16:creationId xmlns:a16="http://schemas.microsoft.com/office/drawing/2014/main" id="{0FA1CE84-C321-3BBC-FF2B-242259313039}"/>
              </a:ext>
            </a:extLst>
          </p:cNvPr>
          <p:cNvSpPr/>
          <p:nvPr/>
        </p:nvSpPr>
        <p:spPr>
          <a:xfrm>
            <a:off x="2050253" y="1978951"/>
            <a:ext cx="1107121" cy="266577"/>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solidFill>
                  <a:schemeClr val="bg1">
                    <a:lumMod val="50000"/>
                  </a:schemeClr>
                </a:solidFill>
              </a:ln>
            </a:endParaRPr>
          </a:p>
        </p:txBody>
      </p:sp>
      <p:sp>
        <p:nvSpPr>
          <p:cNvPr id="26" name="Right Arrow 25">
            <a:extLst>
              <a:ext uri="{FF2B5EF4-FFF2-40B4-BE49-F238E27FC236}">
                <a16:creationId xmlns:a16="http://schemas.microsoft.com/office/drawing/2014/main" id="{F602C6B5-B945-B2EC-D5CD-6B6D2818DF6B}"/>
              </a:ext>
            </a:extLst>
          </p:cNvPr>
          <p:cNvSpPr/>
          <p:nvPr/>
        </p:nvSpPr>
        <p:spPr>
          <a:xfrm>
            <a:off x="2063917" y="2651965"/>
            <a:ext cx="1107121" cy="266577"/>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solidFill>
                  <a:schemeClr val="bg1">
                    <a:lumMod val="50000"/>
                  </a:schemeClr>
                </a:solidFill>
              </a:ln>
            </a:endParaRPr>
          </a:p>
        </p:txBody>
      </p:sp>
      <p:sp>
        <p:nvSpPr>
          <p:cNvPr id="27" name="Right Arrow 26">
            <a:extLst>
              <a:ext uri="{FF2B5EF4-FFF2-40B4-BE49-F238E27FC236}">
                <a16:creationId xmlns:a16="http://schemas.microsoft.com/office/drawing/2014/main" id="{AFDA6924-9EDA-AA80-8B37-321C4F5E7D97}"/>
              </a:ext>
            </a:extLst>
          </p:cNvPr>
          <p:cNvSpPr/>
          <p:nvPr/>
        </p:nvSpPr>
        <p:spPr>
          <a:xfrm>
            <a:off x="2050253" y="3347042"/>
            <a:ext cx="1107121" cy="266577"/>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solidFill>
                  <a:schemeClr val="bg1">
                    <a:lumMod val="50000"/>
                  </a:schemeClr>
                </a:solidFill>
              </a:ln>
            </a:endParaRPr>
          </a:p>
        </p:txBody>
      </p:sp>
      <p:sp>
        <p:nvSpPr>
          <p:cNvPr id="28" name="Right Arrow 27">
            <a:extLst>
              <a:ext uri="{FF2B5EF4-FFF2-40B4-BE49-F238E27FC236}">
                <a16:creationId xmlns:a16="http://schemas.microsoft.com/office/drawing/2014/main" id="{B8F1FAF9-BAB3-7928-7093-8FC4440396E9}"/>
              </a:ext>
            </a:extLst>
          </p:cNvPr>
          <p:cNvSpPr/>
          <p:nvPr/>
        </p:nvSpPr>
        <p:spPr>
          <a:xfrm>
            <a:off x="2063819" y="3998364"/>
            <a:ext cx="1107121" cy="266577"/>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a:solidFill>
                  <a:schemeClr val="bg1">
                    <a:lumMod val="50000"/>
                  </a:schemeClr>
                </a:solidFill>
              </a:ln>
            </a:endParaRPr>
          </a:p>
        </p:txBody>
      </p:sp>
      <p:sp>
        <p:nvSpPr>
          <p:cNvPr id="29" name="Rectangle 28">
            <a:extLst>
              <a:ext uri="{FF2B5EF4-FFF2-40B4-BE49-F238E27FC236}">
                <a16:creationId xmlns:a16="http://schemas.microsoft.com/office/drawing/2014/main" id="{D88DA39A-C462-F4FF-BEBB-4E730121ADFC}"/>
              </a:ext>
            </a:extLst>
          </p:cNvPr>
          <p:cNvSpPr/>
          <p:nvPr/>
        </p:nvSpPr>
        <p:spPr>
          <a:xfrm>
            <a:off x="8009319" y="2079450"/>
            <a:ext cx="743510" cy="496364"/>
          </a:xfrm>
          <a:prstGeom prst="rect">
            <a:avLst/>
          </a:prstGeom>
          <a:solidFill>
            <a:schemeClr val="bg1">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050" dirty="0"/>
              <a:t>Accounts</a:t>
            </a:r>
          </a:p>
        </p:txBody>
      </p:sp>
      <p:sp>
        <p:nvSpPr>
          <p:cNvPr id="30" name="Rectangle 29">
            <a:extLst>
              <a:ext uri="{FF2B5EF4-FFF2-40B4-BE49-F238E27FC236}">
                <a16:creationId xmlns:a16="http://schemas.microsoft.com/office/drawing/2014/main" id="{AB409D57-55CA-3B98-07FE-E6E3A10C2D85}"/>
              </a:ext>
            </a:extLst>
          </p:cNvPr>
          <p:cNvSpPr/>
          <p:nvPr/>
        </p:nvSpPr>
        <p:spPr>
          <a:xfrm>
            <a:off x="8803850" y="2079450"/>
            <a:ext cx="841180" cy="496364"/>
          </a:xfrm>
          <a:prstGeom prst="rect">
            <a:avLst/>
          </a:prstGeom>
          <a:solidFill>
            <a:schemeClr val="bg1">
              <a:lumMod val="50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1050" dirty="0"/>
              <a:t>Infrastructure</a:t>
            </a:r>
          </a:p>
        </p:txBody>
      </p:sp>
      <p:sp>
        <p:nvSpPr>
          <p:cNvPr id="31" name="Right Arrow 30">
            <a:extLst>
              <a:ext uri="{FF2B5EF4-FFF2-40B4-BE49-F238E27FC236}">
                <a16:creationId xmlns:a16="http://schemas.microsoft.com/office/drawing/2014/main" id="{D74ADFE5-C202-51CD-3699-C8AF6E0B1D41}"/>
              </a:ext>
            </a:extLst>
          </p:cNvPr>
          <p:cNvSpPr/>
          <p:nvPr/>
        </p:nvSpPr>
        <p:spPr>
          <a:xfrm>
            <a:off x="9700182" y="1822231"/>
            <a:ext cx="841180" cy="1006936"/>
          </a:xfrm>
          <a:prstGeom prst="rightArrow">
            <a:avLst/>
          </a:prstGeom>
          <a:solidFill>
            <a:schemeClr val="bg1">
              <a:lumMod val="50000"/>
            </a:schemeClr>
          </a:solidFill>
          <a:ln>
            <a:noFill/>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t>Templates</a:t>
            </a:r>
          </a:p>
        </p:txBody>
      </p:sp>
      <p:sp>
        <p:nvSpPr>
          <p:cNvPr id="32" name="TextBox 31">
            <a:extLst>
              <a:ext uri="{FF2B5EF4-FFF2-40B4-BE49-F238E27FC236}">
                <a16:creationId xmlns:a16="http://schemas.microsoft.com/office/drawing/2014/main" id="{D5DB6428-356B-B581-754B-DB48C97AF46C}"/>
              </a:ext>
            </a:extLst>
          </p:cNvPr>
          <p:cNvSpPr txBox="1"/>
          <p:nvPr/>
        </p:nvSpPr>
        <p:spPr>
          <a:xfrm>
            <a:off x="10435530" y="1413698"/>
            <a:ext cx="1680604" cy="5847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Service Development</a:t>
            </a:r>
            <a:endParaRPr kumimoji="0" lang="en-US" sz="1800" b="0" i="0" u="none" strike="noStrike" kern="0" cap="none" spc="0" normalizeH="0" baseline="0" noProof="0" dirty="0">
              <a:ln>
                <a:noFill/>
              </a:ln>
              <a:solidFill>
                <a:prstClr val="black"/>
              </a:solidFill>
              <a:effectLst/>
              <a:uLnTx/>
              <a:uFillTx/>
            </a:endParaRPr>
          </a:p>
        </p:txBody>
      </p:sp>
      <p:sp>
        <p:nvSpPr>
          <p:cNvPr id="33" name="Rectangle 32">
            <a:extLst>
              <a:ext uri="{FF2B5EF4-FFF2-40B4-BE49-F238E27FC236}">
                <a16:creationId xmlns:a16="http://schemas.microsoft.com/office/drawing/2014/main" id="{900A6AB5-78AF-2C74-CEC8-07FB5B870783}"/>
              </a:ext>
            </a:extLst>
          </p:cNvPr>
          <p:cNvSpPr/>
          <p:nvPr/>
        </p:nvSpPr>
        <p:spPr>
          <a:xfrm>
            <a:off x="10669252" y="2105742"/>
            <a:ext cx="1247660" cy="516835"/>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Team 1</a:t>
            </a:r>
          </a:p>
        </p:txBody>
      </p:sp>
      <p:sp>
        <p:nvSpPr>
          <p:cNvPr id="34" name="Rectangle 33">
            <a:extLst>
              <a:ext uri="{FF2B5EF4-FFF2-40B4-BE49-F238E27FC236}">
                <a16:creationId xmlns:a16="http://schemas.microsoft.com/office/drawing/2014/main" id="{1385EED4-F6E5-4B88-A2FF-E0468A4C0647}"/>
              </a:ext>
            </a:extLst>
          </p:cNvPr>
          <p:cNvSpPr/>
          <p:nvPr/>
        </p:nvSpPr>
        <p:spPr>
          <a:xfrm>
            <a:off x="10669252" y="2895961"/>
            <a:ext cx="1247660" cy="516835"/>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Team …</a:t>
            </a:r>
          </a:p>
        </p:txBody>
      </p:sp>
      <p:sp>
        <p:nvSpPr>
          <p:cNvPr id="35" name="Rectangle 34">
            <a:extLst>
              <a:ext uri="{FF2B5EF4-FFF2-40B4-BE49-F238E27FC236}">
                <a16:creationId xmlns:a16="http://schemas.microsoft.com/office/drawing/2014/main" id="{E844D970-4EA4-77AA-0319-7D827A5E392F}"/>
              </a:ext>
            </a:extLst>
          </p:cNvPr>
          <p:cNvSpPr/>
          <p:nvPr/>
        </p:nvSpPr>
        <p:spPr>
          <a:xfrm>
            <a:off x="10669252" y="3686181"/>
            <a:ext cx="1247660" cy="516835"/>
          </a:xfrm>
          <a:prstGeom prst="rect">
            <a:avLst/>
          </a:prstGeom>
          <a:solidFill>
            <a:sysClr val="window" lastClr="FFFFFF"/>
          </a:solidFill>
          <a:ln w="2222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rPr>
              <a:t>Team N</a:t>
            </a:r>
          </a:p>
        </p:txBody>
      </p:sp>
      <p:sp>
        <p:nvSpPr>
          <p:cNvPr id="36" name="Right Arrow 35">
            <a:extLst>
              <a:ext uri="{FF2B5EF4-FFF2-40B4-BE49-F238E27FC236}">
                <a16:creationId xmlns:a16="http://schemas.microsoft.com/office/drawing/2014/main" id="{EF7CC133-BF1B-9D5D-A9A3-59B4BBFD8FCC}"/>
              </a:ext>
            </a:extLst>
          </p:cNvPr>
          <p:cNvSpPr/>
          <p:nvPr/>
        </p:nvSpPr>
        <p:spPr>
          <a:xfrm>
            <a:off x="8019440" y="3429000"/>
            <a:ext cx="2521920" cy="1006936"/>
          </a:xfrm>
          <a:prstGeom prst="rightArrow">
            <a:avLst/>
          </a:prstGeom>
          <a:solidFill>
            <a:schemeClr val="bg1">
              <a:lumMod val="50000"/>
            </a:schemeClr>
          </a:solidFill>
          <a:ln>
            <a:noFill/>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t>Infrastructure Policies &amp; Control</a:t>
            </a:r>
          </a:p>
        </p:txBody>
      </p:sp>
      <p:cxnSp>
        <p:nvCxnSpPr>
          <p:cNvPr id="37" name="Straight Connector 36">
            <a:extLst>
              <a:ext uri="{FF2B5EF4-FFF2-40B4-BE49-F238E27FC236}">
                <a16:creationId xmlns:a16="http://schemas.microsoft.com/office/drawing/2014/main" id="{BA84BC76-5CC7-068E-AC64-7759BF52C953}"/>
              </a:ext>
            </a:extLst>
          </p:cNvPr>
          <p:cNvCxnSpPr>
            <a:cxnSpLocks/>
          </p:cNvCxnSpPr>
          <p:nvPr/>
        </p:nvCxnSpPr>
        <p:spPr>
          <a:xfrm>
            <a:off x="9204209" y="5778667"/>
            <a:ext cx="73305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C53FD15-E57F-28AF-E907-98485FFEE7AE}"/>
              </a:ext>
            </a:extLst>
          </p:cNvPr>
          <p:cNvSpPr txBox="1"/>
          <p:nvPr/>
        </p:nvSpPr>
        <p:spPr>
          <a:xfrm>
            <a:off x="9937259" y="5640168"/>
            <a:ext cx="1555234" cy="276999"/>
          </a:xfrm>
          <a:prstGeom prst="rect">
            <a:avLst/>
          </a:prstGeom>
          <a:noFill/>
        </p:spPr>
        <p:txBody>
          <a:bodyPr wrap="none" rtlCol="0">
            <a:spAutoFit/>
          </a:bodyPr>
          <a:lstStyle/>
          <a:p>
            <a:pPr algn="l"/>
            <a:r>
              <a:rPr lang="en-US" sz="1200" dirty="0"/>
              <a:t>Landin Zone Design</a:t>
            </a:r>
          </a:p>
        </p:txBody>
      </p:sp>
      <p:cxnSp>
        <p:nvCxnSpPr>
          <p:cNvPr id="39" name="Straight Connector 38">
            <a:extLst>
              <a:ext uri="{FF2B5EF4-FFF2-40B4-BE49-F238E27FC236}">
                <a16:creationId xmlns:a16="http://schemas.microsoft.com/office/drawing/2014/main" id="{92DE5D7B-6ECC-31A1-FBA8-83F1CAF68DDF}"/>
              </a:ext>
            </a:extLst>
          </p:cNvPr>
          <p:cNvCxnSpPr>
            <a:cxnSpLocks/>
          </p:cNvCxnSpPr>
          <p:nvPr/>
        </p:nvCxnSpPr>
        <p:spPr>
          <a:xfrm>
            <a:off x="9204209" y="6172364"/>
            <a:ext cx="733050" cy="0"/>
          </a:xfrm>
          <a:prstGeom prst="line">
            <a:avLst/>
          </a:prstGeom>
          <a:ln w="539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E1BD51A-927C-671D-3376-F5222A4CF642}"/>
              </a:ext>
            </a:extLst>
          </p:cNvPr>
          <p:cNvSpPr txBox="1"/>
          <p:nvPr/>
        </p:nvSpPr>
        <p:spPr>
          <a:xfrm>
            <a:off x="9934598" y="6033864"/>
            <a:ext cx="2127505" cy="276999"/>
          </a:xfrm>
          <a:prstGeom prst="rect">
            <a:avLst/>
          </a:prstGeom>
          <a:noFill/>
        </p:spPr>
        <p:txBody>
          <a:bodyPr wrap="none" rtlCol="0">
            <a:spAutoFit/>
          </a:bodyPr>
          <a:lstStyle/>
          <a:p>
            <a:pPr algn="l"/>
            <a:r>
              <a:rPr lang="en-US" sz="1200" dirty="0"/>
              <a:t>Landin Zone Implementation</a:t>
            </a:r>
          </a:p>
        </p:txBody>
      </p:sp>
    </p:spTree>
    <p:extLst>
      <p:ext uri="{BB962C8B-B14F-4D97-AF65-F5344CB8AC3E}">
        <p14:creationId xmlns:p14="http://schemas.microsoft.com/office/powerpoint/2010/main" val="216571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E4785C-1316-2A19-0BBB-9EB6E5572209}"/>
              </a:ext>
            </a:extLst>
          </p:cNvPr>
          <p:cNvSpPr>
            <a:spLocks noGrp="1"/>
          </p:cNvSpPr>
          <p:nvPr>
            <p:ph type="body" sz="quarter" idx="16"/>
          </p:nvPr>
        </p:nvSpPr>
        <p:spPr>
          <a:xfrm>
            <a:off x="3065505" y="485519"/>
            <a:ext cx="5580063" cy="2242568"/>
          </a:xfrm>
        </p:spPr>
        <p:txBody>
          <a:bodyPr/>
          <a:lstStyle/>
          <a:p>
            <a:r>
              <a:rPr lang="en-US" dirty="0"/>
              <a:t>Engagement Structure</a:t>
            </a:r>
          </a:p>
        </p:txBody>
      </p:sp>
    </p:spTree>
    <p:extLst>
      <p:ext uri="{BB962C8B-B14F-4D97-AF65-F5344CB8AC3E}">
        <p14:creationId xmlns:p14="http://schemas.microsoft.com/office/powerpoint/2010/main" val="112589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E5CA8D01-5C11-8841-94B2-371C75BAA0BC}"/>
              </a:ext>
            </a:extLst>
          </p:cNvPr>
          <p:cNvSpPr>
            <a:spLocks noGrp="1"/>
          </p:cNvSpPr>
          <p:nvPr>
            <p:ph type="title"/>
          </p:nvPr>
        </p:nvSpPr>
        <p:spPr>
          <a:xfrm>
            <a:off x="333757" y="269748"/>
            <a:ext cx="5188503" cy="1130428"/>
          </a:xfrm>
        </p:spPr>
        <p:txBody>
          <a:bodyPr>
            <a:noAutofit/>
          </a:bodyPr>
          <a:lstStyle/>
          <a:p>
            <a:pPr lvl="0" defTabSz="228600" fontAlgn="auto">
              <a:lnSpc>
                <a:spcPct val="100000"/>
              </a:lnSpc>
              <a:spcBef>
                <a:spcPts val="0"/>
              </a:spcBef>
              <a:defRPr/>
            </a:pPr>
            <a:r>
              <a:rPr lang="en-GB" sz="3600" dirty="0">
                <a:ln>
                  <a:noFill/>
                </a:ln>
                <a:ea typeface="+mn-ea"/>
                <a:cs typeface="+mn-cs"/>
              </a:rPr>
              <a:t>Engagement Structure</a:t>
            </a:r>
            <a:endParaRPr lang="en-GB" sz="1400" dirty="0"/>
          </a:p>
        </p:txBody>
      </p:sp>
      <p:pic>
        <p:nvPicPr>
          <p:cNvPr id="40" name="Picture Placeholder 8">
            <a:extLst>
              <a:ext uri="{FF2B5EF4-FFF2-40B4-BE49-F238E27FC236}">
                <a16:creationId xmlns:a16="http://schemas.microsoft.com/office/drawing/2014/main" id="{00A6401C-B895-5E45-B57E-70C838642683}"/>
              </a:ext>
            </a:extLst>
          </p:cNvPr>
          <p:cNvPicPr>
            <a:picLocks noGrp="1" noChangeAspect="1"/>
          </p:cNvPicPr>
          <p:nvPr>
            <p:ph type="pic" sz="quarter" idx="13"/>
          </p:nvPr>
        </p:nvPicPr>
        <p:blipFill rotWithShape="1">
          <a:blip r:embed="rId3" cstate="screen">
            <a:extLst>
              <a:ext uri="{BEBA8EAE-BF5A-486C-A8C5-ECC9F3942E4B}">
                <a14:imgProps xmlns:a14="http://schemas.microsoft.com/office/drawing/2010/main">
                  <a14:imgLayer r:embed="rId4">
                    <a14:imgEffect>
                      <a14:brightnessContrast bright="18000"/>
                    </a14:imgEffect>
                  </a14:imgLayer>
                </a14:imgProps>
              </a:ext>
              <a:ext uri="{28A0092B-C50C-407E-A947-70E740481C1C}">
                <a14:useLocalDpi xmlns:a14="http://schemas.microsoft.com/office/drawing/2010/main"/>
              </a:ext>
            </a:extLst>
          </a:blip>
          <a:srcRect l="22415" r="22415"/>
          <a:stretch/>
        </p:blipFill>
        <p:spPr/>
      </p:pic>
      <p:grpSp>
        <p:nvGrpSpPr>
          <p:cNvPr id="2" name="Group 1">
            <a:extLst>
              <a:ext uri="{FF2B5EF4-FFF2-40B4-BE49-F238E27FC236}">
                <a16:creationId xmlns:a16="http://schemas.microsoft.com/office/drawing/2014/main" id="{7BF9CA24-61CD-465A-8B1E-5E073BF788BB}"/>
              </a:ext>
            </a:extLst>
          </p:cNvPr>
          <p:cNvGrpSpPr/>
          <p:nvPr/>
        </p:nvGrpSpPr>
        <p:grpSpPr>
          <a:xfrm>
            <a:off x="333757" y="4166184"/>
            <a:ext cx="9344502" cy="1275778"/>
            <a:chOff x="592639" y="3906696"/>
            <a:chExt cx="9344502" cy="1275778"/>
          </a:xfrm>
        </p:grpSpPr>
        <p:sp>
          <p:nvSpPr>
            <p:cNvPr id="20" name="Rectangle 56">
              <a:extLst>
                <a:ext uri="{FF2B5EF4-FFF2-40B4-BE49-F238E27FC236}">
                  <a16:creationId xmlns:a16="http://schemas.microsoft.com/office/drawing/2014/main" id="{31B5760C-F4F3-564D-8228-955399EFD4A2}"/>
                </a:ext>
              </a:extLst>
            </p:cNvPr>
            <p:cNvSpPr/>
            <p:nvPr/>
          </p:nvSpPr>
          <p:spPr>
            <a:xfrm>
              <a:off x="4420961" y="3906702"/>
              <a:ext cx="1687860" cy="1258422"/>
            </a:xfrm>
            <a:prstGeom prst="roundRect">
              <a:avLst>
                <a:gd name="adj" fmla="val 0"/>
              </a:avLst>
            </a:prstGeom>
            <a:solidFill>
              <a:schemeClr val="accent5"/>
            </a:solidFill>
            <a:ln w="25400" cap="flat" cmpd="sng" algn="ctr">
              <a:noFill/>
              <a:prstDash val="solid"/>
            </a:ln>
            <a:effectLst/>
          </p:spPr>
          <p:txBody>
            <a:bodyPr lIns="126000" tIns="90000" rtlCol="0" anchor="t" anchorCtr="0"/>
            <a:lstStyle/>
            <a:p>
              <a:pPr defTabSz="914400">
                <a:spcAft>
                  <a:spcPts val="600"/>
                </a:spcAft>
                <a:defRPr/>
              </a:pPr>
              <a:r>
                <a:rPr lang="en-GB" sz="1800" b="1" dirty="0"/>
                <a:t>03</a:t>
              </a:r>
            </a:p>
            <a:p>
              <a:pPr defTabSz="914400">
                <a:spcAft>
                  <a:spcPts val="600"/>
                </a:spcAft>
                <a:defRPr/>
              </a:pPr>
              <a:r>
                <a:rPr lang="en-GB" sz="1800" dirty="0"/>
                <a:t>Landing Zone Design</a:t>
              </a:r>
            </a:p>
          </p:txBody>
        </p:sp>
        <p:sp>
          <p:nvSpPr>
            <p:cNvPr id="21" name="Rectangle 59">
              <a:extLst>
                <a:ext uri="{FF2B5EF4-FFF2-40B4-BE49-F238E27FC236}">
                  <a16:creationId xmlns:a16="http://schemas.microsoft.com/office/drawing/2014/main" id="{47A3BA48-561A-1E43-B621-6A3CE569E0FD}"/>
                </a:ext>
              </a:extLst>
            </p:cNvPr>
            <p:cNvSpPr/>
            <p:nvPr/>
          </p:nvSpPr>
          <p:spPr>
            <a:xfrm>
              <a:off x="592639" y="3906705"/>
              <a:ext cx="1687860" cy="1258424"/>
            </a:xfrm>
            <a:prstGeom prst="roundRect">
              <a:avLst>
                <a:gd name="adj" fmla="val 0"/>
              </a:avLst>
            </a:prstGeom>
            <a:solidFill>
              <a:schemeClr val="accent5"/>
            </a:solidFill>
            <a:ln w="25400" cap="flat" cmpd="sng" algn="ctr">
              <a:noFill/>
              <a:prstDash val="solid"/>
            </a:ln>
            <a:effectLst/>
          </p:spPr>
          <p:txBody>
            <a:bodyPr lIns="126000" tIns="90000" rtlCol="0" anchor="t" anchorCtr="0"/>
            <a:lstStyle/>
            <a:p>
              <a:pPr defTabSz="914400">
                <a:spcAft>
                  <a:spcPts val="600"/>
                </a:spcAft>
                <a:defRPr/>
              </a:pPr>
              <a:r>
                <a:rPr lang="en-GB" sz="1800" b="1" dirty="0"/>
                <a:t>01</a:t>
              </a:r>
            </a:p>
            <a:p>
              <a:pPr defTabSz="914400">
                <a:spcAft>
                  <a:spcPts val="600"/>
                </a:spcAft>
                <a:defRPr/>
              </a:pPr>
              <a:r>
                <a:rPr lang="en-GB" sz="1800" dirty="0"/>
                <a:t>Requirements Gathering</a:t>
              </a:r>
            </a:p>
          </p:txBody>
        </p:sp>
        <p:sp>
          <p:nvSpPr>
            <p:cNvPr id="22" name="Rectangle 60">
              <a:extLst>
                <a:ext uri="{FF2B5EF4-FFF2-40B4-BE49-F238E27FC236}">
                  <a16:creationId xmlns:a16="http://schemas.microsoft.com/office/drawing/2014/main" id="{8584B6E8-F646-D14B-A1DB-3BC7F2FBDE94}"/>
                </a:ext>
              </a:extLst>
            </p:cNvPr>
            <p:cNvSpPr/>
            <p:nvPr/>
          </p:nvSpPr>
          <p:spPr>
            <a:xfrm>
              <a:off x="2509391" y="3906706"/>
              <a:ext cx="1687860" cy="1258423"/>
            </a:xfrm>
            <a:prstGeom prst="roundRect">
              <a:avLst>
                <a:gd name="adj" fmla="val 0"/>
              </a:avLst>
            </a:prstGeom>
            <a:solidFill>
              <a:schemeClr val="accent5"/>
            </a:solidFill>
            <a:ln w="25400" cap="flat" cmpd="sng" algn="ctr">
              <a:noFill/>
              <a:prstDash val="solid"/>
            </a:ln>
            <a:effectLst/>
          </p:spPr>
          <p:txBody>
            <a:bodyPr lIns="126000" tIns="90000" rtlCol="0" anchor="t" anchorCtr="0"/>
            <a:lstStyle/>
            <a:p>
              <a:pPr defTabSz="914400">
                <a:spcAft>
                  <a:spcPts val="600"/>
                </a:spcAft>
                <a:defRPr/>
              </a:pPr>
              <a:r>
                <a:rPr lang="en-GB" sz="1800" b="1" dirty="0"/>
                <a:t>02</a:t>
              </a:r>
            </a:p>
            <a:p>
              <a:pPr defTabSz="914400">
                <a:spcAft>
                  <a:spcPts val="600"/>
                </a:spcAft>
                <a:defRPr/>
              </a:pPr>
              <a:r>
                <a:rPr lang="en-GB" sz="1800" dirty="0"/>
                <a:t>Workshops and Demos</a:t>
              </a:r>
            </a:p>
          </p:txBody>
        </p:sp>
        <p:sp>
          <p:nvSpPr>
            <p:cNvPr id="9" name="Rectangle 56">
              <a:extLst>
                <a:ext uri="{FF2B5EF4-FFF2-40B4-BE49-F238E27FC236}">
                  <a16:creationId xmlns:a16="http://schemas.microsoft.com/office/drawing/2014/main" id="{0ED7BA65-A460-4BDE-889F-AB6F8B11D5FA}"/>
                </a:ext>
              </a:extLst>
            </p:cNvPr>
            <p:cNvSpPr/>
            <p:nvPr/>
          </p:nvSpPr>
          <p:spPr>
            <a:xfrm>
              <a:off x="6335121" y="3906702"/>
              <a:ext cx="1687860" cy="1258417"/>
            </a:xfrm>
            <a:prstGeom prst="roundRect">
              <a:avLst>
                <a:gd name="adj" fmla="val 0"/>
              </a:avLst>
            </a:prstGeom>
            <a:solidFill>
              <a:schemeClr val="accent5"/>
            </a:solidFill>
            <a:ln w="25400" cap="flat" cmpd="sng" algn="ctr">
              <a:noFill/>
              <a:prstDash val="solid"/>
            </a:ln>
            <a:effectLst/>
          </p:spPr>
          <p:txBody>
            <a:bodyPr lIns="126000" tIns="90000" rtlCol="0" anchor="t" anchorCtr="0"/>
            <a:lstStyle/>
            <a:p>
              <a:pPr defTabSz="914400">
                <a:spcAft>
                  <a:spcPts val="600"/>
                </a:spcAft>
                <a:defRPr/>
              </a:pPr>
              <a:r>
                <a:rPr lang="en-GB" sz="1800" b="1" dirty="0"/>
                <a:t>04</a:t>
              </a:r>
            </a:p>
            <a:p>
              <a:pPr defTabSz="914400">
                <a:spcAft>
                  <a:spcPts val="600"/>
                </a:spcAft>
                <a:defRPr/>
              </a:pPr>
              <a:r>
                <a:rPr lang="en-GB" sz="1800" dirty="0"/>
                <a:t>Landing Zone Setup</a:t>
              </a:r>
            </a:p>
          </p:txBody>
        </p:sp>
        <p:sp>
          <p:nvSpPr>
            <p:cNvPr id="10" name="Rectangle 56">
              <a:extLst>
                <a:ext uri="{FF2B5EF4-FFF2-40B4-BE49-F238E27FC236}">
                  <a16:creationId xmlns:a16="http://schemas.microsoft.com/office/drawing/2014/main" id="{5AD066D5-80FE-4FD6-A200-8FD8898A90F8}"/>
                </a:ext>
              </a:extLst>
            </p:cNvPr>
            <p:cNvSpPr/>
            <p:nvPr/>
          </p:nvSpPr>
          <p:spPr>
            <a:xfrm>
              <a:off x="8249281" y="3906696"/>
              <a:ext cx="1687860" cy="1275778"/>
            </a:xfrm>
            <a:prstGeom prst="roundRect">
              <a:avLst>
                <a:gd name="adj" fmla="val 0"/>
              </a:avLst>
            </a:prstGeom>
            <a:solidFill>
              <a:schemeClr val="accent5"/>
            </a:solidFill>
            <a:ln w="25400" cap="flat" cmpd="sng" algn="ctr">
              <a:noFill/>
              <a:prstDash val="solid"/>
            </a:ln>
            <a:effectLst/>
          </p:spPr>
          <p:txBody>
            <a:bodyPr lIns="126000" tIns="90000" rtlCol="0" anchor="t" anchorCtr="0"/>
            <a:lstStyle/>
            <a:p>
              <a:pPr defTabSz="914400">
                <a:spcAft>
                  <a:spcPts val="600"/>
                </a:spcAft>
                <a:defRPr/>
              </a:pPr>
              <a:r>
                <a:rPr lang="en-GB" sz="1800" b="1" dirty="0"/>
                <a:t>05</a:t>
              </a:r>
            </a:p>
            <a:p>
              <a:pPr defTabSz="914400">
                <a:spcAft>
                  <a:spcPts val="600"/>
                </a:spcAft>
                <a:defRPr/>
              </a:pPr>
              <a:r>
                <a:rPr lang="en-GB" sz="1800" dirty="0"/>
                <a:t>Feedback Loop</a:t>
              </a:r>
            </a:p>
          </p:txBody>
        </p:sp>
      </p:grpSp>
      <p:sp>
        <p:nvSpPr>
          <p:cNvPr id="3" name="Rectangle 56">
            <a:extLst>
              <a:ext uri="{FF2B5EF4-FFF2-40B4-BE49-F238E27FC236}">
                <a16:creationId xmlns:a16="http://schemas.microsoft.com/office/drawing/2014/main" id="{41D8FCF2-A926-1913-DE17-14EBE95E53B8}"/>
              </a:ext>
            </a:extLst>
          </p:cNvPr>
          <p:cNvSpPr/>
          <p:nvPr/>
        </p:nvSpPr>
        <p:spPr>
          <a:xfrm>
            <a:off x="9901969" y="4166184"/>
            <a:ext cx="1687860" cy="1275778"/>
          </a:xfrm>
          <a:prstGeom prst="roundRect">
            <a:avLst>
              <a:gd name="adj" fmla="val 0"/>
            </a:avLst>
          </a:prstGeom>
          <a:solidFill>
            <a:schemeClr val="accent5"/>
          </a:solidFill>
          <a:ln w="25400" cap="flat" cmpd="sng" algn="ctr">
            <a:noFill/>
            <a:prstDash val="solid"/>
          </a:ln>
          <a:effectLst/>
        </p:spPr>
        <p:txBody>
          <a:bodyPr lIns="126000" tIns="90000" rtlCol="0" anchor="t" anchorCtr="0"/>
          <a:lstStyle/>
          <a:p>
            <a:pPr defTabSz="914400">
              <a:spcAft>
                <a:spcPts val="600"/>
              </a:spcAft>
              <a:defRPr/>
            </a:pPr>
            <a:r>
              <a:rPr lang="en-GB" sz="1800" b="1" dirty="0"/>
              <a:t>06</a:t>
            </a:r>
          </a:p>
          <a:p>
            <a:pPr defTabSz="914400">
              <a:spcAft>
                <a:spcPts val="600"/>
              </a:spcAft>
              <a:defRPr/>
            </a:pPr>
            <a:r>
              <a:rPr lang="en-GB" sz="1800" dirty="0"/>
              <a:t>Landing Zone Update</a:t>
            </a:r>
          </a:p>
        </p:txBody>
      </p:sp>
    </p:spTree>
    <p:extLst>
      <p:ext uri="{BB962C8B-B14F-4D97-AF65-F5344CB8AC3E}">
        <p14:creationId xmlns:p14="http://schemas.microsoft.com/office/powerpoint/2010/main" val="451053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E4785C-1316-2A19-0BBB-9EB6E5572209}"/>
              </a:ext>
            </a:extLst>
          </p:cNvPr>
          <p:cNvSpPr>
            <a:spLocks noGrp="1"/>
          </p:cNvSpPr>
          <p:nvPr>
            <p:ph type="body" sz="quarter" idx="16"/>
          </p:nvPr>
        </p:nvSpPr>
        <p:spPr>
          <a:xfrm>
            <a:off x="3065505" y="485519"/>
            <a:ext cx="5580063" cy="2242568"/>
          </a:xfrm>
        </p:spPr>
        <p:txBody>
          <a:bodyPr/>
          <a:lstStyle/>
          <a:p>
            <a:r>
              <a:rPr lang="en-US" dirty="0"/>
              <a:t>Building Blocks</a:t>
            </a:r>
          </a:p>
        </p:txBody>
      </p:sp>
    </p:spTree>
    <p:extLst>
      <p:ext uri="{BB962C8B-B14F-4D97-AF65-F5344CB8AC3E}">
        <p14:creationId xmlns:p14="http://schemas.microsoft.com/office/powerpoint/2010/main" val="1435812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6100-13A0-C9BD-0E0E-CFF95FA99A29}"/>
              </a:ext>
            </a:extLst>
          </p:cNvPr>
          <p:cNvSpPr>
            <a:spLocks noGrp="1"/>
          </p:cNvSpPr>
          <p:nvPr>
            <p:ph type="title"/>
          </p:nvPr>
        </p:nvSpPr>
        <p:spPr>
          <a:xfrm>
            <a:off x="334496" y="268589"/>
            <a:ext cx="11495554" cy="484043"/>
          </a:xfrm>
        </p:spPr>
        <p:txBody>
          <a:bodyPr/>
          <a:lstStyle/>
          <a:p>
            <a:r>
              <a:rPr lang="en-US" dirty="0"/>
              <a:t>Landing Zone Design Framework</a:t>
            </a:r>
          </a:p>
        </p:txBody>
      </p:sp>
      <p:sp>
        <p:nvSpPr>
          <p:cNvPr id="3" name="Slide Number Placeholder 2">
            <a:extLst>
              <a:ext uri="{FF2B5EF4-FFF2-40B4-BE49-F238E27FC236}">
                <a16:creationId xmlns:a16="http://schemas.microsoft.com/office/drawing/2014/main" id="{03002959-FB07-F84A-7757-CA3AEFAC7363}"/>
              </a:ext>
            </a:extLst>
          </p:cNvPr>
          <p:cNvSpPr>
            <a:spLocks noGrp="1"/>
          </p:cNvSpPr>
          <p:nvPr>
            <p:ph type="sldNum" sz="quarter" idx="4"/>
          </p:nvPr>
        </p:nvSpPr>
        <p:spPr/>
        <p:txBody>
          <a:bodyPr/>
          <a:lstStyle/>
          <a:p>
            <a:fld id="{762E77F0-FB5B-4E8E-9BC9-34F14560A017}" type="slidenum">
              <a:rPr lang="en-US" smtClean="0"/>
              <a:pPr/>
              <a:t>9</a:t>
            </a:fld>
            <a:endParaRPr lang="en-US" dirty="0"/>
          </a:p>
        </p:txBody>
      </p:sp>
      <p:graphicFrame>
        <p:nvGraphicFramePr>
          <p:cNvPr id="8" name="Diagram 7">
            <a:extLst>
              <a:ext uri="{FF2B5EF4-FFF2-40B4-BE49-F238E27FC236}">
                <a16:creationId xmlns:a16="http://schemas.microsoft.com/office/drawing/2014/main" id="{44A18391-91DA-F4F8-86EB-DFDCC301DD59}"/>
              </a:ext>
            </a:extLst>
          </p:cNvPr>
          <p:cNvGraphicFramePr/>
          <p:nvPr>
            <p:extLst>
              <p:ext uri="{D42A27DB-BD31-4B8C-83A1-F6EECF244321}">
                <p14:modId xmlns:p14="http://schemas.microsoft.com/office/powerpoint/2010/main" val="1377792841"/>
              </p:ext>
            </p:extLst>
          </p:nvPr>
        </p:nvGraphicFramePr>
        <p:xfrm>
          <a:off x="588813" y="1192206"/>
          <a:ext cx="10478976" cy="47324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0E3AD90B-6896-3C34-A6C1-6F4FE954130E}"/>
              </a:ext>
            </a:extLst>
          </p:cNvPr>
          <p:cNvSpPr txBox="1"/>
          <p:nvPr/>
        </p:nvSpPr>
        <p:spPr>
          <a:xfrm>
            <a:off x="2251862" y="4988764"/>
            <a:ext cx="7829387" cy="707886"/>
          </a:xfrm>
          <a:prstGeom prst="rect">
            <a:avLst/>
          </a:prstGeom>
          <a:noFill/>
        </p:spPr>
        <p:txBody>
          <a:bodyPr wrap="none" rtlCol="0">
            <a:spAutoFit/>
          </a:bodyPr>
          <a:lstStyle/>
          <a:p>
            <a:pPr algn="l"/>
            <a:r>
              <a:rPr lang="en-US" sz="4000" b="1" spc="1000" dirty="0">
                <a:solidFill>
                  <a:schemeClr val="bg1"/>
                </a:solidFill>
              </a:rPr>
              <a:t>Landing Zone Design</a:t>
            </a:r>
          </a:p>
        </p:txBody>
      </p:sp>
    </p:spTree>
    <p:extLst>
      <p:ext uri="{BB962C8B-B14F-4D97-AF65-F5344CB8AC3E}">
        <p14:creationId xmlns:p14="http://schemas.microsoft.com/office/powerpoint/2010/main" val="1078581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descr="Shape&#10;&#10;Description automatically generated">
            <a:extLst>
              <a:ext uri="{FF2B5EF4-FFF2-40B4-BE49-F238E27FC236}">
                <a16:creationId xmlns:a16="http://schemas.microsoft.com/office/drawing/2014/main" id="{CDBCEB23-DC2A-AFF5-A1CA-38740612A7A5}"/>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dirty="0"/>
              <a:t>Multi-Account Structure</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US" dirty="0"/>
              <a:t>Introduction to AWS Organizations and AWS Accounts</a:t>
            </a:r>
          </a:p>
          <a:p>
            <a:r>
              <a:rPr lang="en-US" dirty="0"/>
              <a:t>Best practices for multi-account structure</a:t>
            </a:r>
          </a:p>
          <a:p>
            <a:r>
              <a:rPr lang="en-US" dirty="0"/>
              <a:t>AWS accounts and OUs requirements</a:t>
            </a:r>
          </a:p>
          <a:p>
            <a:r>
              <a:rPr lang="en-US" dirty="0"/>
              <a:t>Introduction to AWS Control Tower and alternative setups</a:t>
            </a:r>
          </a:p>
          <a:p>
            <a:r>
              <a:rPr lang="en-US" dirty="0"/>
              <a:t>Identification of the appropriate </a:t>
            </a:r>
            <a:r>
              <a:rPr lang="en-US" dirty="0" err="1"/>
              <a:t>IaC</a:t>
            </a:r>
            <a:r>
              <a:rPr lang="en-US" dirty="0"/>
              <a:t> tool</a:t>
            </a:r>
          </a:p>
          <a:p>
            <a:r>
              <a:rPr lang="en-US" dirty="0"/>
              <a:t>Structure setup</a:t>
            </a:r>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10</a:t>
            </a:fld>
            <a:endParaRPr lang="en-US"/>
          </a:p>
        </p:txBody>
      </p:sp>
      <p:pic>
        <p:nvPicPr>
          <p:cNvPr id="23" name="Graphic 22" descr="Hierarchy with solid fill">
            <a:extLst>
              <a:ext uri="{FF2B5EF4-FFF2-40B4-BE49-F238E27FC236}">
                <a16:creationId xmlns:a16="http://schemas.microsoft.com/office/drawing/2014/main" id="{8C4710FA-AAC3-004C-0BF7-27B1D7AAD4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3960308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Shape&#10;&#10;Description automatically generated">
            <a:extLst>
              <a:ext uri="{FF2B5EF4-FFF2-40B4-BE49-F238E27FC236}">
                <a16:creationId xmlns:a16="http://schemas.microsoft.com/office/drawing/2014/main" id="{4CC6D65F-E55D-4E96-23B3-22F36D81830F}"/>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dirty="0"/>
              <a:t>Cloud Governance</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US" dirty="0"/>
              <a:t>Naming Convention requirements and best practices</a:t>
            </a:r>
          </a:p>
          <a:p>
            <a:r>
              <a:rPr lang="en-US" dirty="0"/>
              <a:t>Tagging Strategy and best practices</a:t>
            </a:r>
          </a:p>
          <a:p>
            <a:r>
              <a:rPr lang="en-US" dirty="0"/>
              <a:t>Detective and preventive guardrails on AWS</a:t>
            </a:r>
          </a:p>
          <a:p>
            <a:r>
              <a:rPr lang="en-US" dirty="0"/>
              <a:t>Provide best practices for guardrail selection</a:t>
            </a:r>
          </a:p>
          <a:p>
            <a:r>
              <a:rPr lang="en-US" dirty="0"/>
              <a:t>Overview on developing Guardrails</a:t>
            </a:r>
          </a:p>
          <a:p>
            <a:r>
              <a:rPr lang="en-US" dirty="0"/>
              <a:t>Provide guidance for AWS LZ auditability</a:t>
            </a:r>
          </a:p>
          <a:p>
            <a:endParaRPr lang="en-US" dirty="0"/>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11</a:t>
            </a:fld>
            <a:endParaRPr lang="en-US"/>
          </a:p>
        </p:txBody>
      </p:sp>
      <p:pic>
        <p:nvPicPr>
          <p:cNvPr id="10" name="Graphic 9" descr="Safe with solid fill">
            <a:extLst>
              <a:ext uri="{FF2B5EF4-FFF2-40B4-BE49-F238E27FC236}">
                <a16:creationId xmlns:a16="http://schemas.microsoft.com/office/drawing/2014/main" id="{404E7360-93BD-0888-B536-239C1DA3FE7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614645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Shape&#10;&#10;Description automatically generated">
            <a:extLst>
              <a:ext uri="{FF2B5EF4-FFF2-40B4-BE49-F238E27FC236}">
                <a16:creationId xmlns:a16="http://schemas.microsoft.com/office/drawing/2014/main" id="{6E6F248E-FB83-7149-375E-FB8D703AFC93}"/>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sz="2900"/>
              <a:t>Identity and Access Management</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GB" dirty="0"/>
              <a:t>Provide overview about Identity Services</a:t>
            </a:r>
          </a:p>
          <a:p>
            <a:r>
              <a:rPr lang="en-GB" dirty="0"/>
              <a:t>Introduce various Federation strategies</a:t>
            </a:r>
          </a:p>
          <a:p>
            <a:r>
              <a:rPr lang="en-GB" dirty="0"/>
              <a:t>Provide guidance to design identity setup and best practices</a:t>
            </a:r>
          </a:p>
          <a:p>
            <a:r>
              <a:rPr lang="en-GB" dirty="0"/>
              <a:t>Provide support how to import your existing Identity store </a:t>
            </a:r>
          </a:p>
          <a:p>
            <a:r>
              <a:rPr lang="en-GB" dirty="0"/>
              <a:t>Discuss authorization concepts </a:t>
            </a:r>
          </a:p>
          <a:p>
            <a:r>
              <a:rPr lang="en-GB" dirty="0"/>
              <a:t>Provide guidance for implementation </a:t>
            </a:r>
          </a:p>
          <a:p>
            <a:pPr marL="0" indent="0">
              <a:buNone/>
            </a:pPr>
            <a:endParaRPr lang="en-US" dirty="0"/>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12</a:t>
            </a:fld>
            <a:endParaRPr lang="en-US"/>
          </a:p>
        </p:txBody>
      </p:sp>
      <p:pic>
        <p:nvPicPr>
          <p:cNvPr id="11" name="Graphic 10" descr="Key with solid fill">
            <a:extLst>
              <a:ext uri="{FF2B5EF4-FFF2-40B4-BE49-F238E27FC236}">
                <a16:creationId xmlns:a16="http://schemas.microsoft.com/office/drawing/2014/main" id="{F0C6B9DF-4DE5-0FF0-C550-7763455305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3257282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Shape&#10;&#10;Description automatically generated">
            <a:extLst>
              <a:ext uri="{FF2B5EF4-FFF2-40B4-BE49-F238E27FC236}">
                <a16:creationId xmlns:a16="http://schemas.microsoft.com/office/drawing/2014/main" id="{F257860A-B93D-021A-4B18-12CF970960F5}"/>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dirty="0"/>
              <a:t>Networking and Connectivity</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GB" dirty="0"/>
              <a:t>Give an overview about core network services</a:t>
            </a:r>
          </a:p>
          <a:p>
            <a:r>
              <a:rPr lang="en-GB" dirty="0"/>
              <a:t>Discuss VPC design and hybrid connectivity</a:t>
            </a:r>
          </a:p>
          <a:p>
            <a:r>
              <a:rPr lang="en-GB" dirty="0"/>
              <a:t>Provide guidance for implementation of connectivity</a:t>
            </a:r>
            <a:endParaRPr lang="en-US" dirty="0"/>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13</a:t>
            </a:fld>
            <a:endParaRPr lang="en-US"/>
          </a:p>
        </p:txBody>
      </p:sp>
      <p:pic>
        <p:nvPicPr>
          <p:cNvPr id="7" name="Graphic 6" descr="Network outline">
            <a:extLst>
              <a:ext uri="{FF2B5EF4-FFF2-40B4-BE49-F238E27FC236}">
                <a16:creationId xmlns:a16="http://schemas.microsoft.com/office/drawing/2014/main" id="{8E19F090-D83B-F950-B24F-DA619A78A1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3391956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Shape&#10;&#10;Description automatically generated">
            <a:extLst>
              <a:ext uri="{FF2B5EF4-FFF2-40B4-BE49-F238E27FC236}">
                <a16:creationId xmlns:a16="http://schemas.microsoft.com/office/drawing/2014/main" id="{F3DDC116-0FB5-804B-C9E5-F88D00C1E249}"/>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dirty="0"/>
              <a:t>Logging and Monitoring</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GB" dirty="0"/>
              <a:t>Discuss different approaches for centralized logging/monitoring </a:t>
            </a:r>
          </a:p>
          <a:p>
            <a:r>
              <a:rPr lang="en-GB" dirty="0"/>
              <a:t>Introduction to AWS Logging/Monitoring services</a:t>
            </a:r>
          </a:p>
          <a:p>
            <a:r>
              <a:rPr lang="en-GB" dirty="0"/>
              <a:t>Provide guidance for implementation of centralized logging </a:t>
            </a:r>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14</a:t>
            </a:fld>
            <a:endParaRPr lang="en-US"/>
          </a:p>
        </p:txBody>
      </p:sp>
      <p:pic>
        <p:nvPicPr>
          <p:cNvPr id="7" name="Graphic 6" descr="Siren with solid fill">
            <a:extLst>
              <a:ext uri="{FF2B5EF4-FFF2-40B4-BE49-F238E27FC236}">
                <a16:creationId xmlns:a16="http://schemas.microsoft.com/office/drawing/2014/main" id="{01DF8FC2-388E-BC9A-3960-364897DE53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459974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Shape&#10;&#10;Description automatically generated">
            <a:extLst>
              <a:ext uri="{FF2B5EF4-FFF2-40B4-BE49-F238E27FC236}">
                <a16:creationId xmlns:a16="http://schemas.microsoft.com/office/drawing/2014/main" id="{2BC2CC93-0CCA-1AFA-C92F-8C8D24FE383E}"/>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dirty="0"/>
              <a:t>Cost Control</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GB" dirty="0"/>
              <a:t>Introduction to </a:t>
            </a:r>
            <a:r>
              <a:rPr lang="en-GB" dirty="0" err="1"/>
              <a:t>CloudHealth</a:t>
            </a:r>
            <a:endParaRPr lang="en-GB" dirty="0"/>
          </a:p>
          <a:p>
            <a:r>
              <a:rPr lang="en-GB" dirty="0"/>
              <a:t>Provide best practices for alerting and visualization</a:t>
            </a:r>
          </a:p>
          <a:p>
            <a:r>
              <a:rPr lang="en-GB" dirty="0"/>
              <a:t>Provide guidance for implementation of cost related topics </a:t>
            </a:r>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15</a:t>
            </a:fld>
            <a:endParaRPr lang="en-US"/>
          </a:p>
        </p:txBody>
      </p:sp>
      <p:pic>
        <p:nvPicPr>
          <p:cNvPr id="7" name="Graphic 6" descr="Coins with solid fill">
            <a:extLst>
              <a:ext uri="{FF2B5EF4-FFF2-40B4-BE49-F238E27FC236}">
                <a16:creationId xmlns:a16="http://schemas.microsoft.com/office/drawing/2014/main" id="{4130871F-82F4-1A6A-40C7-0A60A790C70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815692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Shape&#10;&#10;Description automatically generated">
            <a:extLst>
              <a:ext uri="{FF2B5EF4-FFF2-40B4-BE49-F238E27FC236}">
                <a16:creationId xmlns:a16="http://schemas.microsoft.com/office/drawing/2014/main" id="{8D952F04-12D8-92A4-778A-A471655619EB}"/>
              </a:ext>
            </a:extLst>
          </p:cNvPr>
          <p:cNvPicPr>
            <a:picLocks noGrp="1" noChangeAspect="1"/>
          </p:cNvPicPr>
          <p:nvPr>
            <p:ph type="pic" sz="quarter" idx="14"/>
          </p:nvPr>
        </p:nvPicPr>
        <p:blipFill>
          <a:blip r:embed="rId3"/>
          <a:srcRect t="17443" b="17443"/>
          <a:stretch>
            <a:fillRect/>
          </a:stretch>
        </p:blipFill>
        <p:spPr>
          <a:xfrm>
            <a:off x="6096000" y="0"/>
            <a:ext cx="6096000" cy="6858000"/>
          </a:xfrm>
        </p:spPr>
      </p:pic>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5571004" cy="484043"/>
          </a:xfrm>
        </p:spPr>
        <p:txBody>
          <a:bodyPr anchor="t">
            <a:normAutofit/>
          </a:bodyPr>
          <a:lstStyle/>
          <a:p>
            <a:r>
              <a:rPr lang="en-US" dirty="0"/>
              <a:t>Provisioning and Automation</a:t>
            </a:r>
          </a:p>
        </p:txBody>
      </p:sp>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5"/>
          </p:nvPr>
        </p:nvSpPr>
        <p:spPr>
          <a:xfrm>
            <a:off x="347702" y="1584903"/>
            <a:ext cx="5557837" cy="3902075"/>
          </a:xfrm>
        </p:spPr>
        <p:txBody>
          <a:bodyPr>
            <a:normAutofit/>
          </a:bodyPr>
          <a:lstStyle/>
          <a:p>
            <a:r>
              <a:rPr lang="en-GB">
                <a:effectLst/>
              </a:rPr>
              <a:t>Provide overview about AWS Service </a:t>
            </a:r>
            <a:r>
              <a:rPr lang="en-GB" err="1">
                <a:effectLst/>
              </a:rPr>
              <a:t>Catalog</a:t>
            </a:r>
            <a:r>
              <a:rPr lang="en-GB">
                <a:effectLst/>
              </a:rPr>
              <a:t> and Account Factory </a:t>
            </a:r>
            <a:endParaRPr lang="en-GB" dirty="0"/>
          </a:p>
          <a:p>
            <a:r>
              <a:rPr lang="en-GB">
                <a:effectLst/>
              </a:rPr>
              <a:t>Provide guidance to implement Account Provisioning Workflow </a:t>
            </a:r>
          </a:p>
          <a:p>
            <a:r>
              <a:rPr lang="en-GB">
                <a:effectLst/>
              </a:rPr>
              <a:t>Discuss approaches for infrastructure provisioning</a:t>
            </a:r>
            <a:endParaRPr lang="en-GB" dirty="0"/>
          </a:p>
          <a:p>
            <a:r>
              <a:rPr lang="en-GB">
                <a:effectLst/>
              </a:rPr>
              <a:t>Provide guidance for the implementation of infrastructure provisioning </a:t>
            </a:r>
            <a:endParaRPr lang="en-GB" dirty="0">
              <a:effectLst/>
            </a:endParaRPr>
          </a:p>
          <a:p>
            <a:endParaRPr lang="en-GB" dirty="0">
              <a:effectLst/>
            </a:endParaRPr>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nchor="t">
            <a:normAutofit/>
          </a:bodyPr>
          <a:lstStyle/>
          <a:p>
            <a:pPr>
              <a:spcAft>
                <a:spcPts val="600"/>
              </a:spcAft>
            </a:pPr>
            <a:fld id="{762E77F0-FB5B-4E8E-9BC9-34F14560A017}" type="slidenum">
              <a:rPr lang="en-US" smtClean="0"/>
              <a:pPr>
                <a:spcAft>
                  <a:spcPts val="600"/>
                </a:spcAft>
              </a:pPr>
              <a:t>16</a:t>
            </a:fld>
            <a:endParaRPr lang="en-US"/>
          </a:p>
        </p:txBody>
      </p:sp>
      <p:pic>
        <p:nvPicPr>
          <p:cNvPr id="7" name="Graphic 6" descr="Robot Hand with solid fill">
            <a:extLst>
              <a:ext uri="{FF2B5EF4-FFF2-40B4-BE49-F238E27FC236}">
                <a16:creationId xmlns:a16="http://schemas.microsoft.com/office/drawing/2014/main" id="{2C0630CA-0597-116D-3D7A-AF37CB9C320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6800" y="2971800"/>
            <a:ext cx="914400" cy="914400"/>
          </a:xfrm>
          <a:prstGeom prst="rect">
            <a:avLst/>
          </a:prstGeom>
        </p:spPr>
      </p:pic>
    </p:spTree>
    <p:extLst>
      <p:ext uri="{BB962C8B-B14F-4D97-AF65-F5344CB8AC3E}">
        <p14:creationId xmlns:p14="http://schemas.microsoft.com/office/powerpoint/2010/main" val="2009399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ED73D3-A729-4219-9DCE-91AC74D679BC}"/>
              </a:ext>
            </a:extLst>
          </p:cNvPr>
          <p:cNvSpPr/>
          <p:nvPr/>
        </p:nvSpPr>
        <p:spPr>
          <a:xfrm>
            <a:off x="9129765" y="3630168"/>
            <a:ext cx="2386533" cy="261610"/>
          </a:xfrm>
          <a:prstGeom prst="rect">
            <a:avLst/>
          </a:prstGeom>
        </p:spPr>
        <p:txBody>
          <a:bodyPr wrap="square">
            <a:spAutoFit/>
          </a:bodyPr>
          <a:lstStyle/>
          <a:p>
            <a:pPr>
              <a:defRPr/>
            </a:pPr>
            <a:r>
              <a:rPr lang="en-US" sz="1100" cap="all" spc="45" dirty="0">
                <a:solidFill>
                  <a:srgbClr val="2E3238"/>
                </a:solidFill>
                <a:latin typeface="Arial"/>
              </a:rPr>
              <a:t>Tsk-XXXX  | X.XX.2020</a:t>
            </a:r>
          </a:p>
        </p:txBody>
      </p:sp>
    </p:spTree>
    <p:extLst>
      <p:ext uri="{BB962C8B-B14F-4D97-AF65-F5344CB8AC3E}">
        <p14:creationId xmlns:p14="http://schemas.microsoft.com/office/powerpoint/2010/main" val="240324104"/>
      </p:ext>
    </p:extLst>
  </p:cSld>
  <p:clrMapOvr>
    <a:masterClrMapping/>
  </p:clrMapOvr>
</p:sld>
</file>

<file path=ppt/theme/theme1.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Welcome to the Rackspace template_JUNE 2020" id="{EF59A951-D114-485C-B221-46971E47D026}" vid="{88877B47-C550-4BEA-9A47-880E67A8779B}"/>
    </a:ext>
  </a:extLst>
</a:theme>
</file>

<file path=ppt/theme/theme2.xml><?xml version="1.0" encoding="utf-8"?>
<a:theme xmlns:a="http://schemas.openxmlformats.org/drawingml/2006/main" name="1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Welcome to the Rackspace template_JUNE 2020" id="{EF59A951-D114-485C-B221-46971E47D026}" vid="{50EA04D9-F168-4293-96A0-48FCBF8E3D8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D326D73C67344A8C29105EB432AD6C" ma:contentTypeVersion="1" ma:contentTypeDescription="Create a new document." ma:contentTypeScope="" ma:versionID="23b714b96cd8928c66384d6071089a24">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9F961D-86E7-463C-B09D-E3314B2C6EB5}">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8FAAEEFA-AAF2-4C9B-A431-2549B0747BF4}">
  <ds:schemaRefs>
    <ds:schemaRef ds:uri="http://schemas.microsoft.com/sharepoint/v3/contenttype/forms"/>
  </ds:schemaRefs>
</ds:datastoreItem>
</file>

<file path=customXml/itemProps3.xml><?xml version="1.0" encoding="utf-8"?>
<ds:datastoreItem xmlns:ds="http://schemas.openxmlformats.org/officeDocument/2006/customXml" ds:itemID="{AFA8E9E6-19B7-4925-9E3E-DD685C683B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Content Slides</Template>
  <TotalTime>6495</TotalTime>
  <Words>505</Words>
  <Application>Microsoft Macintosh PowerPoint</Application>
  <PresentationFormat>Widescreen</PresentationFormat>
  <Paragraphs>126</Paragraphs>
  <Slides>17</Slides>
  <Notes>11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Arial</vt:lpstr>
      <vt:lpstr>Calibri</vt:lpstr>
      <vt:lpstr>Content Slides</vt:lpstr>
      <vt:lpstr>1_Titles and Breakers</vt:lpstr>
      <vt:lpstr>Landing Zone Framework</vt:lpstr>
      <vt:lpstr>PowerPoint Presentation</vt:lpstr>
      <vt:lpstr>What is a Landing Zone ?</vt:lpstr>
      <vt:lpstr>PowerPoint Presentation</vt:lpstr>
      <vt:lpstr>Overview</vt:lpstr>
      <vt:lpstr>PowerPoint Presentation</vt:lpstr>
      <vt:lpstr>Engagement Structure</vt:lpstr>
      <vt:lpstr>PowerPoint Presentation</vt:lpstr>
      <vt:lpstr>Landing Zone Design Framework</vt:lpstr>
      <vt:lpstr>Multi-Account Structure</vt:lpstr>
      <vt:lpstr>Cloud Governance</vt:lpstr>
      <vt:lpstr>Identity and Access Management</vt:lpstr>
      <vt:lpstr>Networking and Connectivity</vt:lpstr>
      <vt:lpstr>Logging and Monitoring</vt:lpstr>
      <vt:lpstr>Cost Control</vt:lpstr>
      <vt:lpstr>Provisioning and Automation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Rackspace Technology template</dc:title>
  <dc:subject/>
  <dc:creator/>
  <cp:keywords/>
  <dc:description/>
  <cp:lastModifiedBy>Hussein Faraj</cp:lastModifiedBy>
  <cp:revision>81</cp:revision>
  <dcterms:created xsi:type="dcterms:W3CDTF">2020-06-08T20:56:03Z</dcterms:created>
  <dcterms:modified xsi:type="dcterms:W3CDTF">2023-10-13T07:35:53Z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0x0101002FD326D73C67344A8C29105EB432AD6C</vt:lpwstr>
  </property>
</Properties>
</file>