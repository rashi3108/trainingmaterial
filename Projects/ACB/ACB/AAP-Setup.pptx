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827" r:id="rId2"/>
  </p:sldMasterIdLst>
  <p:notesMasterIdLst>
    <p:notesMasterId r:id="rId10"/>
  </p:notesMasterIdLst>
  <p:sldIdLst>
    <p:sldId id="256" r:id="rId3"/>
    <p:sldId id="613" r:id="rId4"/>
    <p:sldId id="2113417369" r:id="rId5"/>
    <p:sldId id="2113417367" r:id="rId6"/>
    <p:sldId id="2113417370" r:id="rId7"/>
    <p:sldId id="2113417363" r:id="rId8"/>
    <p:sldId id="2113417366" r:id="rId9"/>
  </p:sldIdLst>
  <p:sldSz cx="12192000" cy="6858000"/>
  <p:notesSz cx="7104063" cy="10234613"/>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521415D9-36F7-43E2-AB2F-B90AF26B5E84}">
      <p14:sectionLst xmlns:p14="http://schemas.microsoft.com/office/powerpoint/2010/main">
        <p14:section name="Default Section" id="{CE059F9E-C46A-B547-B2F2-24DE96B4FEB2}">
          <p14:sldIdLst>
            <p14:sldId id="256"/>
            <p14:sldId id="613"/>
            <p14:sldId id="2113417369"/>
            <p14:sldId id="2113417367"/>
            <p14:sldId id="2113417370"/>
            <p14:sldId id="2113417363"/>
            <p14:sldId id="2113417366"/>
          </p14:sldIdLst>
        </p14:section>
      </p14:sectionLst>
    </p:ext>
    <p:ext uri="{EFAFB233-063F-42B5-8137-9DF3F51BA10A}">
      <p15:sldGuideLst xmlns:p15="http://schemas.microsoft.com/office/powerpoint/2012/main">
        <p15:guide id="1" orient="horz" pos="744">
          <p15:clr>
            <a:srgbClr val="A4A3A4"/>
          </p15:clr>
        </p15:guide>
        <p15:guide id="2" pos="1872">
          <p15:clr>
            <a:srgbClr val="A4A3A4"/>
          </p15:clr>
        </p15:guide>
        <p15:guide id="3" pos="4176">
          <p15:clr>
            <a:srgbClr val="A4A3A4"/>
          </p15:clr>
        </p15:guide>
        <p15:guide id="4" pos="5496">
          <p15:clr>
            <a:srgbClr val="A4A3A4"/>
          </p15:clr>
        </p15:guide>
        <p15:guide id="5" orient="horz" pos="1224">
          <p15:clr>
            <a:srgbClr val="A4A3A4"/>
          </p15:clr>
        </p15:guide>
        <p15:guide id="6" orient="horz" pos="3624">
          <p15:clr>
            <a:srgbClr val="A4A3A4"/>
          </p15:clr>
        </p15:guide>
        <p15:guide id="7" orient="horz" pos="20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120" clrIdx="0">
    <p:extLst>
      <p:ext uri="{19B8F6BF-5375-455C-9EA6-DF929625EA0E}">
        <p15:presenceInfo xmlns:p15="http://schemas.microsoft.com/office/powerpoint/2012/main" userId="Microsoft Office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A7C4"/>
    <a:srgbClr val="E7157B"/>
    <a:srgbClr val="ED7100"/>
    <a:srgbClr val="7AA116"/>
    <a:srgbClr val="DD344C"/>
    <a:srgbClr val="9BA7B6"/>
    <a:srgbClr val="232F3E"/>
    <a:srgbClr val="01A88D"/>
    <a:srgbClr val="C925D1"/>
    <a:srgbClr val="8C4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40" autoAdjust="0"/>
    <p:restoredTop sz="94694"/>
  </p:normalViewPr>
  <p:slideViewPr>
    <p:cSldViewPr snapToGrid="0">
      <p:cViewPr>
        <p:scale>
          <a:sx n="103" d="100"/>
          <a:sy n="103" d="100"/>
        </p:scale>
        <p:origin x="1552" y="568"/>
      </p:cViewPr>
      <p:guideLst>
        <p:guide orient="horz" pos="744"/>
        <p:guide pos="1872"/>
        <p:guide pos="4176"/>
        <p:guide pos="5496"/>
        <p:guide orient="horz" pos="1224"/>
        <p:guide orient="horz" pos="3624"/>
        <p:guide orient="horz" pos="20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commentAuthors" Target="commentAuthors.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AB57746-A217-1840-9D27-1C9B611FF89A}"/>
              </a:ext>
            </a:extLst>
          </p:cNvPr>
          <p:cNvSpPr>
            <a:spLocks noGrp="1"/>
          </p:cNvSpPr>
          <p:nvPr>
            <p:ph type="hdr" sz="quarter"/>
          </p:nvPr>
        </p:nvSpPr>
        <p:spPr>
          <a:xfrm>
            <a:off x="0" y="0"/>
            <a:ext cx="3078427" cy="513508"/>
          </a:xfrm>
          <a:prstGeom prst="rect">
            <a:avLst/>
          </a:prstGeom>
        </p:spPr>
        <p:txBody>
          <a:bodyPr vert="horz" lIns="99075" tIns="49538" rIns="99075" bIns="49538" rtlCol="0"/>
          <a:lstStyle>
            <a:lvl1pPr algn="l" eaLnBrk="1" fontAlgn="auto" hangingPunct="1">
              <a:spcBef>
                <a:spcPts val="0"/>
              </a:spcBef>
              <a:spcAft>
                <a:spcPts val="0"/>
              </a:spcAft>
              <a:defRPr sz="1300">
                <a:latin typeface="+mn-lt"/>
              </a:defRPr>
            </a:lvl1pPr>
          </a:lstStyle>
          <a:p>
            <a:pPr>
              <a:defRPr/>
            </a:pPr>
            <a:endParaRPr lang="en-US"/>
          </a:p>
        </p:txBody>
      </p:sp>
      <p:sp>
        <p:nvSpPr>
          <p:cNvPr id="3" name="Date Placeholder 2">
            <a:extLst>
              <a:ext uri="{FF2B5EF4-FFF2-40B4-BE49-F238E27FC236}">
                <a16:creationId xmlns:a16="http://schemas.microsoft.com/office/drawing/2014/main" id="{2EBC0457-C9C0-9A46-856C-A75642660D23}"/>
              </a:ext>
            </a:extLst>
          </p:cNvPr>
          <p:cNvSpPr>
            <a:spLocks noGrp="1"/>
          </p:cNvSpPr>
          <p:nvPr>
            <p:ph type="dt" idx="1"/>
          </p:nvPr>
        </p:nvSpPr>
        <p:spPr>
          <a:xfrm>
            <a:off x="4023992" y="0"/>
            <a:ext cx="3078427" cy="513508"/>
          </a:xfrm>
          <a:prstGeom prst="rect">
            <a:avLst/>
          </a:prstGeom>
        </p:spPr>
        <p:txBody>
          <a:bodyPr vert="horz" lIns="99075" tIns="49538" rIns="99075" bIns="49538" rtlCol="0"/>
          <a:lstStyle>
            <a:lvl1pPr algn="r" eaLnBrk="1" fontAlgn="auto" hangingPunct="1">
              <a:spcBef>
                <a:spcPts val="0"/>
              </a:spcBef>
              <a:spcAft>
                <a:spcPts val="0"/>
              </a:spcAft>
              <a:defRPr sz="1300">
                <a:latin typeface="+mn-lt"/>
              </a:defRPr>
            </a:lvl1pPr>
          </a:lstStyle>
          <a:p>
            <a:pPr>
              <a:defRPr/>
            </a:pPr>
            <a:fld id="{10E765C1-43CC-5C46-8694-A6B828DEC430}" type="datetimeFigureOut">
              <a:rPr lang="en-US"/>
              <a:pPr>
                <a:defRPr/>
              </a:pPr>
              <a:t>9/25/23</a:t>
            </a:fld>
            <a:endParaRPr lang="en-US"/>
          </a:p>
        </p:txBody>
      </p:sp>
      <p:sp>
        <p:nvSpPr>
          <p:cNvPr id="4" name="Slide Image Placeholder 3">
            <a:extLst>
              <a:ext uri="{FF2B5EF4-FFF2-40B4-BE49-F238E27FC236}">
                <a16:creationId xmlns:a16="http://schemas.microsoft.com/office/drawing/2014/main" id="{F73DE939-5167-8149-9C39-EBF3DB40E6BF}"/>
              </a:ext>
            </a:extLst>
          </p:cNvPr>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pPr lvl="0"/>
            <a:endParaRPr lang="en-US" noProof="0"/>
          </a:p>
        </p:txBody>
      </p:sp>
      <p:sp>
        <p:nvSpPr>
          <p:cNvPr id="5" name="Notes Placeholder 4">
            <a:extLst>
              <a:ext uri="{FF2B5EF4-FFF2-40B4-BE49-F238E27FC236}">
                <a16:creationId xmlns:a16="http://schemas.microsoft.com/office/drawing/2014/main" id="{A8179A7E-0011-7C47-A00A-3553ADFC2A57}"/>
              </a:ext>
            </a:extLst>
          </p:cNvPr>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0D921AA-9F8D-2644-BA51-99C00524A925}"/>
              </a:ext>
            </a:extLst>
          </p:cNvPr>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eaLnBrk="1" fontAlgn="auto" hangingPunct="1">
              <a:spcBef>
                <a:spcPts val="0"/>
              </a:spcBef>
              <a:spcAft>
                <a:spcPts val="0"/>
              </a:spcAft>
              <a:defRPr sz="1300">
                <a:latin typeface="+mn-lt"/>
              </a:defRPr>
            </a:lvl1pPr>
          </a:lstStyle>
          <a:p>
            <a:pPr>
              <a:defRPr/>
            </a:pPr>
            <a:endParaRPr lang="en-US"/>
          </a:p>
        </p:txBody>
      </p:sp>
      <p:sp>
        <p:nvSpPr>
          <p:cNvPr id="7" name="Slide Number Placeholder 6">
            <a:extLst>
              <a:ext uri="{FF2B5EF4-FFF2-40B4-BE49-F238E27FC236}">
                <a16:creationId xmlns:a16="http://schemas.microsoft.com/office/drawing/2014/main" id="{E7F1767E-EE09-594B-90B8-F1B2D1E51CE1}"/>
              </a:ext>
            </a:extLst>
          </p:cNvPr>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eaLnBrk="1" fontAlgn="auto" hangingPunct="1">
              <a:spcBef>
                <a:spcPts val="0"/>
              </a:spcBef>
              <a:spcAft>
                <a:spcPts val="0"/>
              </a:spcAft>
              <a:defRPr sz="1300">
                <a:latin typeface="+mn-lt"/>
              </a:defRPr>
            </a:lvl1pPr>
          </a:lstStyle>
          <a:p>
            <a:pPr>
              <a:defRPr/>
            </a:pPr>
            <a:fld id="{148E93DF-EC4A-7C45-AB6A-FC63BC432F2F}"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23913" y="390525"/>
            <a:ext cx="5456237" cy="30702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43F7EE4-7D84-4D77-B4B2-0C966043B366}" type="slidenum">
              <a:rPr lang="en-US" smtClean="0"/>
              <a:pPr/>
              <a:t>1</a:t>
            </a:fld>
            <a:endParaRPr lang="en-US"/>
          </a:p>
        </p:txBody>
      </p:sp>
    </p:spTree>
    <p:extLst>
      <p:ext uri="{BB962C8B-B14F-4D97-AF65-F5344CB8AC3E}">
        <p14:creationId xmlns:p14="http://schemas.microsoft.com/office/powerpoint/2010/main" val="94548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48E93DF-EC4A-7C45-AB6A-FC63BC432F2F}" type="slidenum">
              <a:rPr lang="en-US" smtClean="0"/>
              <a:pPr>
                <a:defRPr/>
              </a:pPr>
              <a:t>2</a:t>
            </a:fld>
            <a:endParaRPr lang="en-US"/>
          </a:p>
        </p:txBody>
      </p:sp>
    </p:spTree>
    <p:extLst>
      <p:ext uri="{BB962C8B-B14F-4D97-AF65-F5344CB8AC3E}">
        <p14:creationId xmlns:p14="http://schemas.microsoft.com/office/powerpoint/2010/main" val="1444490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48E93DF-EC4A-7C45-AB6A-FC63BC432F2F}" type="slidenum">
              <a:rPr lang="en-US" smtClean="0"/>
              <a:pPr>
                <a:defRPr/>
              </a:pPr>
              <a:t>3</a:t>
            </a:fld>
            <a:endParaRPr lang="en-US"/>
          </a:p>
        </p:txBody>
      </p:sp>
    </p:spTree>
    <p:extLst>
      <p:ext uri="{BB962C8B-B14F-4D97-AF65-F5344CB8AC3E}">
        <p14:creationId xmlns:p14="http://schemas.microsoft.com/office/powerpoint/2010/main" val="41013984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48E93DF-EC4A-7C45-AB6A-FC63BC432F2F}" type="slidenum">
              <a:rPr lang="en-US" smtClean="0"/>
              <a:pPr>
                <a:defRPr/>
              </a:pPr>
              <a:t>4</a:t>
            </a:fld>
            <a:endParaRPr lang="en-US"/>
          </a:p>
        </p:txBody>
      </p:sp>
    </p:spTree>
    <p:extLst>
      <p:ext uri="{BB962C8B-B14F-4D97-AF65-F5344CB8AC3E}">
        <p14:creationId xmlns:p14="http://schemas.microsoft.com/office/powerpoint/2010/main" val="33791895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a:defRPr/>
            </a:pPr>
            <a:fld id="{148E93DF-EC4A-7C45-AB6A-FC63BC432F2F}" type="slidenum">
              <a:rPr lang="en-US" smtClean="0"/>
              <a:pPr>
                <a:defRPr/>
              </a:pPr>
              <a:t>5</a:t>
            </a:fld>
            <a:endParaRPr lang="en-US"/>
          </a:p>
        </p:txBody>
      </p:sp>
    </p:spTree>
    <p:extLst>
      <p:ext uri="{BB962C8B-B14F-4D97-AF65-F5344CB8AC3E}">
        <p14:creationId xmlns:p14="http://schemas.microsoft.com/office/powerpoint/2010/main" val="38476119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8.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3564EC-CE50-1549-B5F0-E1519DE3E6CA}"/>
              </a:ext>
            </a:extLst>
          </p:cNvPr>
          <p:cNvSpPr>
            <a:spLocks noGrp="1"/>
          </p:cNvSpPr>
          <p:nvPr>
            <p:ph type="ctrTitle" hasCustomPrompt="1"/>
          </p:nvPr>
        </p:nvSpPr>
        <p:spPr>
          <a:xfrm>
            <a:off x="336720" y="3076506"/>
            <a:ext cx="6733877" cy="840230"/>
          </a:xfrm>
        </p:spPr>
        <p:txBody>
          <a:bodyPr wrap="square" lIns="0" anchor="b" anchorCtr="0">
            <a:spAutoFit/>
          </a:bodyPr>
          <a:lstStyle>
            <a:lvl1pPr algn="l">
              <a:defRPr sz="5400">
                <a:solidFill>
                  <a:schemeClr val="bg1"/>
                </a:solidFill>
              </a:defRPr>
            </a:lvl1pPr>
          </a:lstStyle>
          <a:p>
            <a:r>
              <a:rPr lang="en-US"/>
              <a:t>Enter title</a:t>
            </a:r>
          </a:p>
        </p:txBody>
      </p:sp>
      <p:sp>
        <p:nvSpPr>
          <p:cNvPr id="17" name="Subtitle 2">
            <a:extLst>
              <a:ext uri="{FF2B5EF4-FFF2-40B4-BE49-F238E27FC236}">
                <a16:creationId xmlns:a16="http://schemas.microsoft.com/office/drawing/2014/main" id="{10BA1EB2-0EC6-804A-B029-2483E6FB35DD}"/>
              </a:ext>
            </a:extLst>
          </p:cNvPr>
          <p:cNvSpPr>
            <a:spLocks noGrp="1"/>
          </p:cNvSpPr>
          <p:nvPr>
            <p:ph type="subTitle" idx="1" hasCustomPrompt="1"/>
          </p:nvPr>
        </p:nvSpPr>
        <p:spPr>
          <a:xfrm>
            <a:off x="336720" y="3940166"/>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pic>
        <p:nvPicPr>
          <p:cNvPr id="13" name="Picture 12">
            <a:extLst>
              <a:ext uri="{FF2B5EF4-FFF2-40B4-BE49-F238E27FC236}">
                <a16:creationId xmlns:a16="http://schemas.microsoft.com/office/drawing/2014/main" id="{FBFCC986-4AA5-4E78-ACB8-93296CE0EF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551423"/>
            <a:ext cx="1003173" cy="600189"/>
          </a:xfrm>
          <a:prstGeom prst="rect">
            <a:avLst/>
          </a:prstGeom>
        </p:spPr>
      </p:pic>
      <p:sp>
        <p:nvSpPr>
          <p:cNvPr id="2" name="Footer Placeholder 1">
            <a:extLst>
              <a:ext uri="{FF2B5EF4-FFF2-40B4-BE49-F238E27FC236}">
                <a16:creationId xmlns:a16="http://schemas.microsoft.com/office/drawing/2014/main" id="{8892DFA2-7EEB-8C00-E73B-389E1BA79CBA}"/>
              </a:ext>
            </a:extLst>
          </p:cNvPr>
          <p:cNvSpPr>
            <a:spLocks noGrp="1"/>
          </p:cNvSpPr>
          <p:nvPr>
            <p:ph type="ftr" sz="quarter" idx="10"/>
          </p:nvPr>
        </p:nvSpPr>
        <p:spPr>
          <a:xfrm>
            <a:off x="336720" y="6289500"/>
            <a:ext cx="4403682" cy="365125"/>
          </a:xfrm>
        </p:spPr>
        <p:txBody>
          <a:bodyPr lIns="0"/>
          <a:lstStyle>
            <a:lvl1pPr algn="l">
              <a:defRPr>
                <a:solidFill>
                  <a:schemeClr val="bg1"/>
                </a:solidFill>
              </a:defRPr>
            </a:lvl1p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23353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4963816-3C9D-6054-6D89-CCC3057C15C7}"/>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pic>
        <p:nvPicPr>
          <p:cNvPr id="5" name="Picture 4">
            <a:extLst>
              <a:ext uri="{FF2B5EF4-FFF2-40B4-BE49-F238E27FC236}">
                <a16:creationId xmlns:a16="http://schemas.microsoft.com/office/drawing/2014/main" id="{CE7CCC43-D20D-3547-4C5C-B84BCD5F6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6335089"/>
            <a:ext cx="348827" cy="208700"/>
          </a:xfrm>
          <a:prstGeom prst="rect">
            <a:avLst/>
          </a:prstGeom>
        </p:spPr>
      </p:pic>
      <p:sp>
        <p:nvSpPr>
          <p:cNvPr id="6" name="Footer Placeholder 5">
            <a:extLst>
              <a:ext uri="{FF2B5EF4-FFF2-40B4-BE49-F238E27FC236}">
                <a16:creationId xmlns:a16="http://schemas.microsoft.com/office/drawing/2014/main" id="{B7078B4B-8B58-E813-961C-064BC40AF840}"/>
              </a:ext>
            </a:extLst>
          </p:cNvPr>
          <p:cNvSpPr>
            <a:spLocks noGrp="1"/>
          </p:cNvSpPr>
          <p:nvPr>
            <p:ph type="ftr" sz="quarter" idx="10"/>
          </p:nvPr>
        </p:nvSpPr>
        <p:spPr/>
        <p:txBody>
          <a:bodyPr/>
          <a:lstStyle>
            <a:lvl1pPr>
              <a:defRPr>
                <a:solidFill>
                  <a:schemeClr val="bg1"/>
                </a:solidFill>
              </a:defRPr>
            </a:lvl1pPr>
          </a:lstStyle>
          <a:p>
            <a:r>
              <a:rPr lang="en-US">
                <a:latin typeface="Arial" panose="020B0604020202020204" pitchFamily="34" charset="0"/>
                <a:cs typeface="Arial" panose="020B0604020202020204" pitchFamily="34" charset="0"/>
              </a:rPr>
              <a:t>© 2023, Amazon Web Services, Inc. or its affiliates.</a:t>
            </a:r>
          </a:p>
        </p:txBody>
      </p:sp>
      <p:sp>
        <p:nvSpPr>
          <p:cNvPr id="3" name="Title 1">
            <a:extLst>
              <a:ext uri="{FF2B5EF4-FFF2-40B4-BE49-F238E27FC236}">
                <a16:creationId xmlns:a16="http://schemas.microsoft.com/office/drawing/2014/main" id="{D1D318C5-3473-9969-88C2-50B00642389A}"/>
              </a:ext>
            </a:extLst>
          </p:cNvPr>
          <p:cNvSpPr>
            <a:spLocks noGrp="1"/>
          </p:cNvSpPr>
          <p:nvPr>
            <p:ph type="ctrTitle" hasCustomPrompt="1"/>
          </p:nvPr>
        </p:nvSpPr>
        <p:spPr>
          <a:xfrm>
            <a:off x="336720" y="3050435"/>
            <a:ext cx="6733877" cy="840230"/>
          </a:xfrm>
        </p:spPr>
        <p:txBody>
          <a:bodyPr wrap="square" lIns="0" anchor="b" anchorCtr="0">
            <a:spAutoFit/>
          </a:bodyPr>
          <a:lstStyle>
            <a:lvl1pPr algn="l">
              <a:defRPr sz="5400">
                <a:solidFill>
                  <a:schemeClr val="bg1"/>
                </a:solidFill>
              </a:defRPr>
            </a:lvl1pPr>
          </a:lstStyle>
          <a:p>
            <a:r>
              <a:rPr lang="en-US"/>
              <a:t>Enter title</a:t>
            </a:r>
          </a:p>
        </p:txBody>
      </p:sp>
      <p:sp>
        <p:nvSpPr>
          <p:cNvPr id="7" name="Subtitle 2">
            <a:extLst>
              <a:ext uri="{FF2B5EF4-FFF2-40B4-BE49-F238E27FC236}">
                <a16:creationId xmlns:a16="http://schemas.microsoft.com/office/drawing/2014/main" id="{236C7969-22B7-9E94-E270-5F3C7A19AAE6}"/>
              </a:ext>
            </a:extLst>
          </p:cNvPr>
          <p:cNvSpPr>
            <a:spLocks noGrp="1"/>
          </p:cNvSpPr>
          <p:nvPr>
            <p:ph type="subTitle" idx="1" hasCustomPrompt="1"/>
          </p:nvPr>
        </p:nvSpPr>
        <p:spPr>
          <a:xfrm>
            <a:off x="336720" y="3914095"/>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Tree>
    <p:extLst>
      <p:ext uri="{BB962C8B-B14F-4D97-AF65-F5344CB8AC3E}">
        <p14:creationId xmlns:p14="http://schemas.microsoft.com/office/powerpoint/2010/main" val="1853511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hat's 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19" name="Text Placeholder 5">
            <a:extLst>
              <a:ext uri="{FF2B5EF4-FFF2-40B4-BE49-F238E27FC236}">
                <a16:creationId xmlns:a16="http://schemas.microsoft.com/office/drawing/2014/main" id="{9AE35381-62E7-8B45-DF09-9D52F4A458BC}"/>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9" name="Text Placeholder 6">
            <a:extLst>
              <a:ext uri="{FF2B5EF4-FFF2-40B4-BE49-F238E27FC236}">
                <a16:creationId xmlns:a16="http://schemas.microsoft.com/office/drawing/2014/main" id="{664D7CAF-E305-EFB7-1D4C-FC4028A01950}"/>
              </a:ext>
            </a:extLst>
          </p:cNvPr>
          <p:cNvSpPr>
            <a:spLocks noGrp="1"/>
          </p:cNvSpPr>
          <p:nvPr>
            <p:ph type="body" sz="quarter" idx="14"/>
          </p:nvPr>
        </p:nvSpPr>
        <p:spPr>
          <a:xfrm>
            <a:off x="241300" y="2273300"/>
            <a:ext cx="3602038" cy="3584575"/>
          </a:xfrm>
        </p:spPr>
        <p:txBody>
          <a:bodyPr/>
          <a:lstStyle>
            <a:lvl1pPr>
              <a:defRPr sz="1100"/>
            </a:lvl1pPr>
          </a:lstStyle>
          <a:p>
            <a:pPr lvl="0"/>
            <a:r>
              <a:rPr lang="en-US"/>
              <a:t>Click to edit Master text styles</a:t>
            </a:r>
          </a:p>
        </p:txBody>
      </p:sp>
      <p:sp>
        <p:nvSpPr>
          <p:cNvPr id="14" name="Text Placeholder 12">
            <a:extLst>
              <a:ext uri="{FF2B5EF4-FFF2-40B4-BE49-F238E27FC236}">
                <a16:creationId xmlns:a16="http://schemas.microsoft.com/office/drawing/2014/main" id="{715E9AF3-0F43-A8C7-9D9A-24B5C30D635A}"/>
              </a:ext>
            </a:extLst>
          </p:cNvPr>
          <p:cNvSpPr>
            <a:spLocks noGrp="1"/>
          </p:cNvSpPr>
          <p:nvPr>
            <p:ph type="body" sz="quarter" idx="15"/>
          </p:nvPr>
        </p:nvSpPr>
        <p:spPr>
          <a:xfrm>
            <a:off x="4294188" y="2273300"/>
            <a:ext cx="3603625" cy="3584575"/>
          </a:xfrm>
        </p:spPr>
        <p:txBody>
          <a:bodyPr/>
          <a:lstStyle>
            <a:lvl1pPr>
              <a:defRPr sz="1100"/>
            </a:lvl1pPr>
          </a:lstStyle>
          <a:p>
            <a:pPr lvl="0"/>
            <a:r>
              <a:rPr lang="en-US"/>
              <a:t>Click to edit Master text styles</a:t>
            </a:r>
          </a:p>
        </p:txBody>
      </p:sp>
      <p:sp>
        <p:nvSpPr>
          <p:cNvPr id="17" name="Text Placeholder 15">
            <a:extLst>
              <a:ext uri="{FF2B5EF4-FFF2-40B4-BE49-F238E27FC236}">
                <a16:creationId xmlns:a16="http://schemas.microsoft.com/office/drawing/2014/main" id="{0DA81135-55B4-1CE3-4AAE-80204E5A91CF}"/>
              </a:ext>
            </a:extLst>
          </p:cNvPr>
          <p:cNvSpPr>
            <a:spLocks noGrp="1"/>
          </p:cNvSpPr>
          <p:nvPr>
            <p:ph type="body" sz="quarter" idx="16"/>
          </p:nvPr>
        </p:nvSpPr>
        <p:spPr>
          <a:xfrm>
            <a:off x="8326438" y="2273300"/>
            <a:ext cx="3602037" cy="3584575"/>
          </a:xfrm>
        </p:spPr>
        <p:txBody>
          <a:bodyPr/>
          <a:lstStyle>
            <a:lvl1pPr>
              <a:defRPr sz="1100"/>
            </a:lvl1pPr>
          </a:lstStyle>
          <a:p>
            <a:pPr lvl="0"/>
            <a:r>
              <a:rPr lang="en-US"/>
              <a:t>Click to edit Master text styles</a:t>
            </a:r>
          </a:p>
        </p:txBody>
      </p:sp>
      <p:sp>
        <p:nvSpPr>
          <p:cNvPr id="3" name="Footer Placeholder 2">
            <a:extLst>
              <a:ext uri="{FF2B5EF4-FFF2-40B4-BE49-F238E27FC236}">
                <a16:creationId xmlns:a16="http://schemas.microsoft.com/office/drawing/2014/main" id="{1B3F8ABA-AA73-6F33-8CE3-7BA8AC03293B}"/>
              </a:ext>
            </a:extLst>
          </p:cNvPr>
          <p:cNvSpPr>
            <a:spLocks noGrp="1"/>
          </p:cNvSpPr>
          <p:nvPr>
            <p:ph type="ftr" sz="quarter" idx="18"/>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4EFE30FD-1024-73E5-DDAE-CABD5B7F85A7}"/>
              </a:ext>
            </a:extLst>
          </p:cNvPr>
          <p:cNvSpPr>
            <a:spLocks noGrp="1"/>
          </p:cNvSpPr>
          <p:nvPr>
            <p:ph type="sldNum" sz="quarter" idx="19"/>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4082234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5" name="Text Placeholder 3">
            <a:extLst>
              <a:ext uri="{FF2B5EF4-FFF2-40B4-BE49-F238E27FC236}">
                <a16:creationId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2400"/>
            </a:lvl1pPr>
          </a:lstStyle>
          <a:p>
            <a:pPr lvl="0"/>
            <a:r>
              <a:rPr lang="en-US"/>
              <a:t>Click to edit Master text styles</a:t>
            </a:r>
          </a:p>
        </p:txBody>
      </p:sp>
      <p:sp>
        <p:nvSpPr>
          <p:cNvPr id="3" name="Footer Placeholder 2">
            <a:extLst>
              <a:ext uri="{FF2B5EF4-FFF2-40B4-BE49-F238E27FC236}">
                <a16:creationId xmlns:a16="http://schemas.microsoft.com/office/drawing/2014/main" id="{715B2C22-9842-790F-7012-5D5CBEC71E02}"/>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a16="http://schemas.microsoft.com/office/drawing/2014/main" id="{ABF86CD2-EE78-2625-5844-0B9890040E6D}"/>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781584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sub-three-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13" name="Text Placeholder 5">
            <a:extLst>
              <a:ext uri="{FF2B5EF4-FFF2-40B4-BE49-F238E27FC236}">
                <a16:creationId xmlns:a16="http://schemas.microsoft.com/office/drawing/2014/main" id="{600D87FF-D51B-E8F3-39CF-9AEBFC357DB5}"/>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7" name="Text Placeholder 5">
            <a:extLst>
              <a:ext uri="{FF2B5EF4-FFF2-40B4-BE49-F238E27FC236}">
                <a16:creationId xmlns:a16="http://schemas.microsoft.com/office/drawing/2014/main" id="{CA60269A-F2FF-A7E2-AD9F-9F08204AC6DC}"/>
              </a:ext>
            </a:extLst>
          </p:cNvPr>
          <p:cNvSpPr>
            <a:spLocks noGrp="1"/>
          </p:cNvSpPr>
          <p:nvPr>
            <p:ph type="body" sz="quarter" idx="18"/>
          </p:nvPr>
        </p:nvSpPr>
        <p:spPr>
          <a:xfrm>
            <a:off x="241300" y="2273300"/>
            <a:ext cx="3602038" cy="3584575"/>
          </a:xfrm>
        </p:spPr>
        <p:txBody>
          <a:bodyPr/>
          <a:lstStyle>
            <a:lvl1pPr>
              <a:defRPr sz="1800"/>
            </a:lvl1pPr>
          </a:lstStyle>
          <a:p>
            <a:pPr lvl="0"/>
            <a:r>
              <a:rPr lang="en-US"/>
              <a:t>Click to edit Master text styles</a:t>
            </a:r>
          </a:p>
        </p:txBody>
      </p:sp>
      <p:sp>
        <p:nvSpPr>
          <p:cNvPr id="12" name="Text Placeholder 9">
            <a:extLst>
              <a:ext uri="{FF2B5EF4-FFF2-40B4-BE49-F238E27FC236}">
                <a16:creationId xmlns:a16="http://schemas.microsoft.com/office/drawing/2014/main" id="{0313B1EB-2063-E608-080C-CD557353524C}"/>
              </a:ext>
            </a:extLst>
          </p:cNvPr>
          <p:cNvSpPr>
            <a:spLocks noGrp="1"/>
          </p:cNvSpPr>
          <p:nvPr>
            <p:ph type="body" sz="quarter" idx="19"/>
          </p:nvPr>
        </p:nvSpPr>
        <p:spPr>
          <a:xfrm>
            <a:off x="4294188" y="2273300"/>
            <a:ext cx="3603625" cy="3584575"/>
          </a:xfrm>
        </p:spPr>
        <p:txBody>
          <a:bodyPr/>
          <a:lstStyle>
            <a:lvl1pPr>
              <a:defRPr sz="1800"/>
            </a:lvl1pPr>
          </a:lstStyle>
          <a:p>
            <a:pPr lvl="0"/>
            <a:r>
              <a:rPr lang="en-US"/>
              <a:t>Click to edit Master text styles</a:t>
            </a:r>
          </a:p>
        </p:txBody>
      </p:sp>
      <p:sp>
        <p:nvSpPr>
          <p:cNvPr id="16" name="Text Placeholder 14">
            <a:extLst>
              <a:ext uri="{FF2B5EF4-FFF2-40B4-BE49-F238E27FC236}">
                <a16:creationId xmlns:a16="http://schemas.microsoft.com/office/drawing/2014/main" id="{72F4C55E-AD63-A918-ED20-BC3E307C2D72}"/>
              </a:ext>
            </a:extLst>
          </p:cNvPr>
          <p:cNvSpPr>
            <a:spLocks noGrp="1"/>
          </p:cNvSpPr>
          <p:nvPr>
            <p:ph type="body" sz="quarter" idx="20"/>
          </p:nvPr>
        </p:nvSpPr>
        <p:spPr>
          <a:xfrm>
            <a:off x="8326438" y="2273300"/>
            <a:ext cx="3602037" cy="3584575"/>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E4B968E4-5FE5-20AF-7B20-87717025E7D0}"/>
              </a:ext>
            </a:extLst>
          </p:cNvPr>
          <p:cNvSpPr>
            <a:spLocks noGrp="1"/>
          </p:cNvSpPr>
          <p:nvPr>
            <p:ph type="ftr" sz="quarter" idx="2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62904F5B-AFFD-54FC-FAC0-F04384E1793E}"/>
              </a:ext>
            </a:extLst>
          </p:cNvPr>
          <p:cNvSpPr>
            <a:spLocks noGrp="1"/>
          </p:cNvSpPr>
          <p:nvPr>
            <p:ph type="sldNum" sz="quarter" idx="2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824609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three-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7" name="Text Placeholder 5">
            <a:extLst>
              <a:ext uri="{FF2B5EF4-FFF2-40B4-BE49-F238E27FC236}">
                <a16:creationId xmlns:a16="http://schemas.microsoft.com/office/drawing/2014/main" id="{E4F389A0-9950-789A-55A2-79B1DF20A921}"/>
              </a:ext>
            </a:extLst>
          </p:cNvPr>
          <p:cNvSpPr>
            <a:spLocks noGrp="1"/>
          </p:cNvSpPr>
          <p:nvPr>
            <p:ph type="body" sz="quarter" idx="13"/>
          </p:nvPr>
        </p:nvSpPr>
        <p:spPr>
          <a:xfrm>
            <a:off x="241300" y="1176338"/>
            <a:ext cx="3602038"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A5A0F7C1-4F18-7077-33D5-3CBBB08D383A}"/>
              </a:ext>
            </a:extLst>
          </p:cNvPr>
          <p:cNvSpPr>
            <a:spLocks noGrp="1"/>
          </p:cNvSpPr>
          <p:nvPr>
            <p:ph type="body" sz="quarter" idx="14"/>
          </p:nvPr>
        </p:nvSpPr>
        <p:spPr>
          <a:xfrm>
            <a:off x="4294188" y="1176338"/>
            <a:ext cx="3603625"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1F26E50D-1254-9591-B5D4-BEC8293AB0CC}"/>
              </a:ext>
            </a:extLst>
          </p:cNvPr>
          <p:cNvSpPr>
            <a:spLocks noGrp="1"/>
          </p:cNvSpPr>
          <p:nvPr>
            <p:ph type="body" sz="quarter" idx="15"/>
          </p:nvPr>
        </p:nvSpPr>
        <p:spPr>
          <a:xfrm>
            <a:off x="8326438" y="1176338"/>
            <a:ext cx="3602037"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ECDAC01-332B-D637-56B5-4AFC25E11DE9}"/>
              </a:ext>
            </a:extLst>
          </p:cNvPr>
          <p:cNvSpPr>
            <a:spLocks noGrp="1"/>
          </p:cNvSpPr>
          <p:nvPr>
            <p:ph type="ftr" sz="quarter" idx="16"/>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49919175-8EDF-5D9C-33EC-C8E2A1976391}"/>
              </a:ext>
            </a:extLst>
          </p:cNvPr>
          <p:cNvSpPr>
            <a:spLocks noGrp="1"/>
          </p:cNvSpPr>
          <p:nvPr>
            <p:ph type="sldNum" sz="quarter" idx="17"/>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484904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sub-two-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9" name="Text Placeholder 7">
            <a:extLst>
              <a:ext uri="{FF2B5EF4-FFF2-40B4-BE49-F238E27FC236}">
                <a16:creationId xmlns:a16="http://schemas.microsoft.com/office/drawing/2014/main" id="{F10A7AB1-FFCC-A45F-8D25-303B6F2A2794}"/>
              </a:ext>
            </a:extLst>
          </p:cNvPr>
          <p:cNvSpPr>
            <a:spLocks noGrp="1"/>
          </p:cNvSpPr>
          <p:nvPr>
            <p:ph type="body" sz="quarter" idx="14"/>
          </p:nvPr>
        </p:nvSpPr>
        <p:spPr>
          <a:xfrm>
            <a:off x="241300" y="1149350"/>
            <a:ext cx="11709400" cy="984250"/>
          </a:xfrm>
        </p:spPr>
        <p:txBody>
          <a:bodyPr/>
          <a:lstStyle>
            <a:lvl1pPr>
              <a:defRPr sz="1800"/>
            </a:lvl1pPr>
          </a:lstStyle>
          <a:p>
            <a:pPr lvl="0"/>
            <a:r>
              <a:rPr lang="en-US"/>
              <a:t>Click to edit Master text styles</a:t>
            </a:r>
          </a:p>
        </p:txBody>
      </p:sp>
      <p:sp>
        <p:nvSpPr>
          <p:cNvPr id="12" name="Text Placeholder 10">
            <a:extLst>
              <a:ext uri="{FF2B5EF4-FFF2-40B4-BE49-F238E27FC236}">
                <a16:creationId xmlns:a16="http://schemas.microsoft.com/office/drawing/2014/main" id="{2810F906-2DEE-3C9E-A8D5-9575D7745B6B}"/>
              </a:ext>
            </a:extLst>
          </p:cNvPr>
          <p:cNvSpPr>
            <a:spLocks noGrp="1"/>
          </p:cNvSpPr>
          <p:nvPr>
            <p:ph type="body" sz="quarter" idx="15"/>
          </p:nvPr>
        </p:nvSpPr>
        <p:spPr>
          <a:xfrm>
            <a:off x="241300" y="2273300"/>
            <a:ext cx="5668963" cy="3584575"/>
          </a:xfrm>
        </p:spPr>
        <p:txBody>
          <a:bodyPr/>
          <a:lstStyle>
            <a:lvl1pPr>
              <a:defRPr sz="1800"/>
            </a:lvl1pPr>
          </a:lstStyle>
          <a:p>
            <a:pPr lvl="0"/>
            <a:r>
              <a:rPr lang="en-US"/>
              <a:t>Click to edit Master text styles</a:t>
            </a:r>
          </a:p>
        </p:txBody>
      </p:sp>
      <p:sp>
        <p:nvSpPr>
          <p:cNvPr id="15" name="Text Placeholder 13">
            <a:extLst>
              <a:ext uri="{FF2B5EF4-FFF2-40B4-BE49-F238E27FC236}">
                <a16:creationId xmlns:a16="http://schemas.microsoft.com/office/drawing/2014/main" id="{5F64ED81-5108-F3B8-4DD7-6ECCF59D78F3}"/>
              </a:ext>
            </a:extLst>
          </p:cNvPr>
          <p:cNvSpPr>
            <a:spLocks noGrp="1"/>
          </p:cNvSpPr>
          <p:nvPr>
            <p:ph type="body" sz="quarter" idx="16"/>
          </p:nvPr>
        </p:nvSpPr>
        <p:spPr>
          <a:xfrm>
            <a:off x="6281738" y="2273300"/>
            <a:ext cx="5668962" cy="3584575"/>
          </a:xfrm>
        </p:spPr>
        <p:txBody>
          <a:bodyPr/>
          <a:lstStyle>
            <a:lvl1pPr>
              <a:defRPr sz="1800"/>
            </a:lvl1pPr>
          </a:lstStyle>
          <a:p>
            <a:pPr lvl="0"/>
            <a:r>
              <a:rPr lang="en-US"/>
              <a:t>Click to edit Master text styles</a:t>
            </a:r>
          </a:p>
        </p:txBody>
      </p:sp>
      <p:sp>
        <p:nvSpPr>
          <p:cNvPr id="5" name="Slide Number Placeholder 4">
            <a:extLst>
              <a:ext uri="{FF2B5EF4-FFF2-40B4-BE49-F238E27FC236}">
                <a16:creationId xmlns:a16="http://schemas.microsoft.com/office/drawing/2014/main" id="{660A64CF-48E8-5FFF-28D2-E0495E1D7ABF}"/>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a16="http://schemas.microsoft.com/office/drawing/2014/main" id="{9DA500AE-6766-41B0-C029-EAE84059B512}"/>
              </a:ext>
            </a:extLst>
          </p:cNvPr>
          <p:cNvSpPr>
            <a:spLocks noGrp="1"/>
          </p:cNvSpPr>
          <p:nvPr>
            <p:ph type="ftr" sz="quarter" idx="17"/>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987936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EB56554-52F1-D18F-5827-F007C7E9F54C}"/>
              </a:ext>
            </a:extLst>
          </p:cNvPr>
          <p:cNvSpPr>
            <a:spLocks noGrp="1"/>
          </p:cNvSpPr>
          <p:nvPr>
            <p:ph type="body" sz="quarter" idx="11"/>
          </p:nvPr>
        </p:nvSpPr>
        <p:spPr>
          <a:xfrm>
            <a:off x="241300" y="1176338"/>
            <a:ext cx="5668963" cy="4725987"/>
          </a:xfrm>
        </p:spPr>
        <p:txBody>
          <a:bodyPr/>
          <a:lstStyle>
            <a:lvl1pPr>
              <a:defRPr sz="1800"/>
            </a:lvl1pPr>
          </a:lstStyle>
          <a:p>
            <a:pPr lvl="0"/>
            <a:r>
              <a:rPr lang="en-US"/>
              <a:t>Click to edit Master text styles</a:t>
            </a:r>
          </a:p>
        </p:txBody>
      </p:sp>
      <p:sp>
        <p:nvSpPr>
          <p:cNvPr id="11" name="Text Placeholder 9">
            <a:extLst>
              <a:ext uri="{FF2B5EF4-FFF2-40B4-BE49-F238E27FC236}">
                <a16:creationId xmlns:a16="http://schemas.microsoft.com/office/drawing/2014/main" id="{65AB646E-8298-41D3-BEB1-D7F0A7609CB7}"/>
              </a:ext>
            </a:extLst>
          </p:cNvPr>
          <p:cNvSpPr>
            <a:spLocks noGrp="1"/>
          </p:cNvSpPr>
          <p:nvPr>
            <p:ph type="body" sz="quarter" idx="12"/>
          </p:nvPr>
        </p:nvSpPr>
        <p:spPr>
          <a:xfrm>
            <a:off x="6281738" y="1176338"/>
            <a:ext cx="5668962"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93665833-E42A-E620-7D83-55DACDE25186}"/>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a16="http://schemas.microsoft.com/office/drawing/2014/main" id="{2FBF9A05-AD0B-20A1-596D-C0BA3D1F1735}"/>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643769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ne-col-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66A7B6E1-BAB1-B598-78E0-7F84FE23647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Text Placeholder 3">
            <a:extLst>
              <a:ext uri="{FF2B5EF4-FFF2-40B4-BE49-F238E27FC236}">
                <a16:creationId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82322F17-7061-DBE6-40F0-4CE0A9CEF9EB}"/>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88548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CB15F2C0-30F8-DAE1-A01A-A77FC537443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a16="http://schemas.microsoft.com/office/drawing/2014/main" id="{74C36402-0D38-2FE6-DABB-84869F8B0A7B}"/>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995143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A80BA3-E490-7BB8-44E4-2563732CEF4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2" name="Footer Placeholder 1">
            <a:extLst>
              <a:ext uri="{FF2B5EF4-FFF2-40B4-BE49-F238E27FC236}">
                <a16:creationId xmlns:a16="http://schemas.microsoft.com/office/drawing/2014/main" id="{2F4A4BE7-29FE-EC65-CE2C-3F4AEC502DB5}"/>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783676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ategory_AWS-Squid-I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1DB949-1463-2A4C-B301-63F1602C50E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A3AA0474-8FF5-26D4-FF3B-B8AA251B06F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EDC6BC82-2752-FE77-7E7B-D40EB348F501}"/>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D62913E6-E833-A35B-D52D-6FC43B3AAB23}"/>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308702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cons_AWS-Squid-I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8DBF48-0EFD-7E4F-AAF0-AB1C4877B680}"/>
              </a:ext>
            </a:extLst>
          </p:cNvPr>
          <p:cNvSpPr/>
          <p:nvPr userDrawn="1"/>
        </p:nvSpPr>
        <p:spPr>
          <a:xfrm>
            <a:off x="0" y="1009650"/>
            <a:ext cx="12192000"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E1388B4C-0BAF-3342-B4C4-F8F3835171BA}"/>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General Services</a:t>
            </a:r>
          </a:p>
        </p:txBody>
      </p:sp>
      <p:sp>
        <p:nvSpPr>
          <p:cNvPr id="6" name="Title 1">
            <a:extLst>
              <a:ext uri="{FF2B5EF4-FFF2-40B4-BE49-F238E27FC236}">
                <a16:creationId xmlns:a16="http://schemas.microsoft.com/office/drawing/2014/main" id="{1589A14A-BBCF-BC41-8E4A-D55A4B8E1B3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613BDA1A-1CBB-8E43-A453-55D625CBA08B}"/>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DE7E60F-0E8F-E845-A30E-6D51DFDCF24C}"/>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6F1EA21-81DA-5A4B-9469-25634A530790}"/>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B2E1ECED-EA93-EF92-CE3E-5CCF2183532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856C5E90-B6A0-C44C-5B33-1A7116573C3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4010945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only_AWS-Squid-I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5D3566-EC15-634D-A5DB-D8659E8B1D5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48AA02FF-B2B6-C57F-26B1-0DD331F6C15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4867BF2-F07F-5F3F-475C-95CD1798EEA5}"/>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6023155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tegory_AWS-Galaxy-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EB10B3-8C08-7244-A574-BA85CB778D8C}"/>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108BE0B2-F3AA-6FBC-AD07-99EDAC6C0D94}"/>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5C25EDD2-E77A-C2D7-DFD4-A448A9D8DA6F}"/>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D4C323C8-2085-5822-7923-7CF461743E9D}"/>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3738812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s_AWS-Galaxy-50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1F4C99-54C2-9541-8F43-762C964F1301}"/>
              </a:ext>
            </a:extLst>
          </p:cNvPr>
          <p:cNvSpPr/>
          <p:nvPr userDrawn="1"/>
        </p:nvSpPr>
        <p:spPr>
          <a:xfrm>
            <a:off x="0" y="1009650"/>
            <a:ext cx="12191997"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itle 1">
            <a:extLst>
              <a:ext uri="{FF2B5EF4-FFF2-40B4-BE49-F238E27FC236}">
                <a16:creationId xmlns:a16="http://schemas.microsoft.com/office/drawing/2014/main" id="{4A10370E-4F42-8241-BF9F-E9A72893ED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7" name="Title 1">
            <a:extLst>
              <a:ext uri="{FF2B5EF4-FFF2-40B4-BE49-F238E27FC236}">
                <a16:creationId xmlns:a16="http://schemas.microsoft.com/office/drawing/2014/main" id="{E12F472C-8CA3-7949-8253-63E2F46D3462}"/>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8" name="Straight Connector 7">
            <a:extLst>
              <a:ext uri="{FF2B5EF4-FFF2-40B4-BE49-F238E27FC236}">
                <a16:creationId xmlns:a16="http://schemas.microsoft.com/office/drawing/2014/main" id="{672AB3EF-8D29-0347-A0F4-5A920F8D6324}"/>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68C1FD56-C45F-424C-E9DB-ED23FAE2B38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A5FA43EF-49E4-74BC-21F0-D41D27599C59}"/>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10" name="Rectangle 9">
            <a:extLst>
              <a:ext uri="{FF2B5EF4-FFF2-40B4-BE49-F238E27FC236}">
                <a16:creationId xmlns:a16="http://schemas.microsoft.com/office/drawing/2014/main" id="{468A9567-E554-3010-2A38-DF450DDFF986}"/>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22869094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only_AWS-Galaxy-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F7784A-AC38-A14C-8390-9F3D6CB22C2B}"/>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745F89A6-18DC-5D54-AD1E-DB045747406C}"/>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Footer Placeholder 4">
            <a:extLst>
              <a:ext uri="{FF2B5EF4-FFF2-40B4-BE49-F238E27FC236}">
                <a16:creationId xmlns:a16="http://schemas.microsoft.com/office/drawing/2014/main" id="{9527EB7E-691A-4FE3-71DE-02772BF2868C}"/>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796269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tegory_AWS-Cosmos-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051C7E-3900-3D47-BA06-C45A775AC5C5}"/>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5195DDB9-D31A-2698-9E06-EDBA420408B1}"/>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549BC9C4-5B16-0446-1707-A098531C834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7AFB4B64-1C05-8022-8062-CE396DA9A90A}"/>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40217397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cons_AWS-Cosmos-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487056-54C9-3C44-8A0E-E8A0308AD2EC}"/>
              </a:ext>
            </a:extLst>
          </p:cNvPr>
          <p:cNvSpPr/>
          <p:nvPr userDrawn="1"/>
        </p:nvSpPr>
        <p:spPr>
          <a:xfrm>
            <a:off x="0" y="1009650"/>
            <a:ext cx="12192000"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769FAB93-C1F2-A245-90B4-C96C9D1826D2}"/>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4F0D628E-4994-3E4C-AFDD-4A6F01ABA79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E483B396-C225-9E4D-8732-D5FC98F01E48}"/>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5DB3A17-29D7-3A45-ACDB-C1245E165449}"/>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F12AE10E-078F-804F-9AD5-CDE64C853CCC}"/>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4D0CF192-8158-0693-458E-D0BD5278EFE6}"/>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C41C9672-9F35-D403-7E93-A3EAF1A26E6E}"/>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264867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tegory_AWS-Endor-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73C5A5-FEA2-6F41-A1B4-E8FDB998D476}"/>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88FE23E1-65D3-108F-B7F0-D0FA7F50C02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7076095-762D-BE68-015D-91DF4C459DD2}"/>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E64B0985-E6AB-7E04-B155-7041E50767B8}"/>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3909597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cons_AWS-Endor-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512C27-F57D-C04D-8C2E-2FBCFAEFE9E8}"/>
              </a:ext>
            </a:extLst>
          </p:cNvPr>
          <p:cNvSpPr/>
          <p:nvPr userDrawn="1"/>
        </p:nvSpPr>
        <p:spPr>
          <a:xfrm>
            <a:off x="0" y="1009650"/>
            <a:ext cx="12191999"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FAE0B215-B435-A046-AB52-3AC5CD6CB093}"/>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BB3FCFCA-86E9-6843-BBC5-696B46773C5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E90F07F7-0ACA-744C-8676-DDDFF0EDD79A}"/>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AB1F7AC-1D02-F24E-80FB-3513723974A8}"/>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7ED2BE29-5008-2D62-A19B-811CC5BEDF3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9242A501-CFBB-7A93-52F3-AB8E94687A2C}"/>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9922720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torage-Classes_AWS-Endor-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46AA92-8B71-8343-AF02-BAEECFD8F9E8}"/>
              </a:ext>
            </a:extLst>
          </p:cNvPr>
          <p:cNvSpPr/>
          <p:nvPr userDrawn="1"/>
        </p:nvSpPr>
        <p:spPr>
          <a:xfrm>
            <a:off x="0" y="1009650"/>
            <a:ext cx="12191997"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C66A8FD4-AEDF-F246-ACD7-A4642BCCBDE8}"/>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A6DB7508-B76E-E744-9C55-92828693663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Storage Classes</a:t>
            </a:r>
          </a:p>
        </p:txBody>
      </p:sp>
      <p:cxnSp>
        <p:nvCxnSpPr>
          <p:cNvPr id="7" name="Straight Connector 6">
            <a:extLst>
              <a:ext uri="{FF2B5EF4-FFF2-40B4-BE49-F238E27FC236}">
                <a16:creationId xmlns:a16="http://schemas.microsoft.com/office/drawing/2014/main" id="{EB7DB5F5-A7AF-224D-AD0A-3017FEAC6807}"/>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41A0A26-7D8D-E34A-A375-337900A8134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1">
            <a:extLst>
              <a:ext uri="{FF2B5EF4-FFF2-40B4-BE49-F238E27FC236}">
                <a16:creationId xmlns:a16="http://schemas.microsoft.com/office/drawing/2014/main" id="{0EE8DD8F-3E33-DE49-A6C4-85510AAE5192}"/>
              </a:ext>
            </a:extLst>
          </p:cNvPr>
          <p:cNvSpPr txBox="1">
            <a:spLocks/>
          </p:cNvSpPr>
          <p:nvPr userDrawn="1"/>
        </p:nvSpPr>
        <p:spPr>
          <a:xfrm>
            <a:off x="241300" y="44196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877A8E09-3949-0C42-F238-4E96EA21F599}"/>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10" name="Footer Placeholder 9">
            <a:extLst>
              <a:ext uri="{FF2B5EF4-FFF2-40B4-BE49-F238E27FC236}">
                <a16:creationId xmlns:a16="http://schemas.microsoft.com/office/drawing/2014/main" id="{C7A0009A-07A1-B192-98C1-30731D62BA5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416458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oT-Resources_AWS-Endor-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C60938-B1D7-7642-B1A2-9236489D4F1E}"/>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IoT Resources</a:t>
            </a:r>
          </a:p>
        </p:txBody>
      </p:sp>
      <p:cxnSp>
        <p:nvCxnSpPr>
          <p:cNvPr id="6" name="Straight Connector 5">
            <a:extLst>
              <a:ext uri="{FF2B5EF4-FFF2-40B4-BE49-F238E27FC236}">
                <a16:creationId xmlns:a16="http://schemas.microsoft.com/office/drawing/2014/main" id="{E942122E-0449-9146-A319-D11DF60C4F51}"/>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C2C7E85-0D8D-A349-9C99-2B876764A29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EED97408-F4F0-7E99-C730-19F388F4D2E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A1692BB6-3B05-1293-CC06-6FDE3455017D}"/>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5362934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oT-Things_AWS-Endor-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3DE121C-6773-A942-87BC-F4D427316A9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IoT Things</a:t>
            </a:r>
          </a:p>
        </p:txBody>
      </p:sp>
      <p:cxnSp>
        <p:nvCxnSpPr>
          <p:cNvPr id="6" name="Straight Connector 5">
            <a:extLst>
              <a:ext uri="{FF2B5EF4-FFF2-40B4-BE49-F238E27FC236}">
                <a16:creationId xmlns:a16="http://schemas.microsoft.com/office/drawing/2014/main" id="{50F07151-3D39-D647-9EC4-468CD751516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758A11D-69A8-0C48-B5B1-2F07EB49825B}"/>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DE6B9F3D-6443-1422-0F09-2FC88B70556E}"/>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07DD450F-B073-2724-EFAB-1458FF83F7D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8464965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ategory_AWS-Smile-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34F41-1E91-BB44-8DB4-8C7590A467BD}"/>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709D418F-7ECB-AD5F-D0C7-A97A145050F2}"/>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1E6EA197-D7E8-786F-1AA3-1FACE65C25CC}"/>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E87719DA-11C0-89F7-1183-23DEE88B92BC}"/>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3491293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s_AWS-Smile-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F773F9-4F99-D942-BEBB-1593505C68C1}"/>
              </a:ext>
            </a:extLst>
          </p:cNvPr>
          <p:cNvSpPr/>
          <p:nvPr userDrawn="1"/>
        </p:nvSpPr>
        <p:spPr>
          <a:xfrm>
            <a:off x="0" y="1009650"/>
            <a:ext cx="12191997"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1AF5CCA0-0690-374D-8772-DEF02BD7F54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3BC98EB3-F74A-FD47-AF5D-6FDD457384E6}"/>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CDEDFC34-7FFC-F543-BA55-50C9C7C48B26}"/>
              </a:ext>
            </a:extLst>
          </p:cNvPr>
          <p:cNvCxnSpPr>
            <a:cxnSpLocks/>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97EA81C-3417-9A44-BB8E-31157C34FEB0}"/>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5" name="Text Placeholder 23">
            <a:extLst>
              <a:ext uri="{FF2B5EF4-FFF2-40B4-BE49-F238E27FC236}">
                <a16:creationId xmlns:a16="http://schemas.microsoft.com/office/drawing/2014/main" id="{62A62E79-E4B4-554D-B049-F72881B22BC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F4A7C87C-AFEA-994A-5677-D6E0BF66DFCF}"/>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F52EE44F-067B-DDFC-C61E-4E445447410A}"/>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6783481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Res_Instances_AWS-Smile-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F41C06-25C4-FE46-A47C-4B60AE628A89}"/>
              </a:ext>
            </a:extLst>
          </p:cNvPr>
          <p:cNvSpPr/>
          <p:nvPr userDrawn="1"/>
        </p:nvSpPr>
        <p:spPr>
          <a:xfrm>
            <a:off x="0" y="1009650"/>
            <a:ext cx="12191999"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98499298-BDCA-EC42-BE59-1F8672E5252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461EB6ED-D795-1747-A446-1C4C0434D810}"/>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7378119F-F6F8-D44F-8ABE-419D35451573}"/>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B257808-C612-7942-9E1F-FF677A089C7C}"/>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9" name="Text Placeholder 23">
            <a:extLst>
              <a:ext uri="{FF2B5EF4-FFF2-40B4-BE49-F238E27FC236}">
                <a16:creationId xmlns:a16="http://schemas.microsoft.com/office/drawing/2014/main" id="{51C8E2B8-601E-1A45-AFD4-63CA944F4CA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14" name="Title 1">
            <a:extLst>
              <a:ext uri="{FF2B5EF4-FFF2-40B4-BE49-F238E27FC236}">
                <a16:creationId xmlns:a16="http://schemas.microsoft.com/office/drawing/2014/main" id="{FE489E1A-1BF1-F242-86E2-9807F29A1BEB}"/>
              </a:ext>
            </a:extLst>
          </p:cNvPr>
          <p:cNvSpPr txBox="1">
            <a:spLocks/>
          </p:cNvSpPr>
          <p:nvPr userDrawn="1"/>
        </p:nvSpPr>
        <p:spPr>
          <a:xfrm>
            <a:off x="241300" y="4049487"/>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Instances</a:t>
            </a:r>
          </a:p>
        </p:txBody>
      </p:sp>
      <p:sp>
        <p:nvSpPr>
          <p:cNvPr id="3" name="Slide Number Placeholder 2">
            <a:extLst>
              <a:ext uri="{FF2B5EF4-FFF2-40B4-BE49-F238E27FC236}">
                <a16:creationId xmlns:a16="http://schemas.microsoft.com/office/drawing/2014/main" id="{E2D6D495-0407-CD1E-7CF2-B5727772E03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2181C349-28A5-9EA2-5AD9-07AE81A15BF5}"/>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5475683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tegory_AWS-Mars-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7C9EBA-6CEA-D94E-918D-9DD6990AE6A3}"/>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92D7B292-2800-583D-9EDE-02771F81661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4A38E266-EB39-0A9E-C76A-053B4434F35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6D344EBE-C5DD-42C9-0773-5EF03139806B}"/>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17128511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cons_AWS-Mars-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300FE-0BEC-454E-9226-4BF426763D48}"/>
              </a:ext>
            </a:extLst>
          </p:cNvPr>
          <p:cNvSpPr/>
          <p:nvPr userDrawn="1"/>
        </p:nvSpPr>
        <p:spPr>
          <a:xfrm>
            <a:off x="0" y="1009650"/>
            <a:ext cx="12192000"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4C2F67B6-6C8E-C641-86AA-C2F4428DDF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8BBDD403-20C7-4B41-9D7D-4F367D174F2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871A8823-AC99-5D48-BD49-9E36441E381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B803129-AEB7-3747-880F-67B9DA5EADCD}"/>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734B9127-FC3D-9845-AB17-D6D8304C65C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AA6F7325-7C1E-09BA-9DE1-BB358065CDD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A243F37E-BEB7-9CA9-4E15-9F6907D9A54E}"/>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452181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tegory_AWS-Nebula-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CC7A7B-72BF-2148-B160-EA5B32411469}"/>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16628AE4-430E-D97E-BAB2-7E97E952C247}"/>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02214BB-2C3F-E1E5-BDD0-C67B8300112A}"/>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9E8E3023-FCBD-DC65-9C52-8350A86354BA}"/>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10058247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cons_AWS-Nebula-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0783BA-5DA2-994D-A7B2-8BDAECAFA190}"/>
              </a:ext>
            </a:extLst>
          </p:cNvPr>
          <p:cNvSpPr/>
          <p:nvPr userDrawn="1"/>
        </p:nvSpPr>
        <p:spPr>
          <a:xfrm>
            <a:off x="0" y="1009650"/>
            <a:ext cx="12191996"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59EAF9B0-BE56-6748-B94F-D6A648A817D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2E90A3CE-0CBA-E54C-B9E6-033E9469194E}"/>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82471B9F-0CD6-C044-9881-BAE1BF200229}"/>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A737E2-E92D-E84A-8C9E-5B00074EEFC1}"/>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E77D7BF4-5C9B-4B50-0688-107EBA9E396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26A55216-35F8-604A-0178-35EDF978E44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320958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Resource-Icons_AWS-Nebula-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40F516-D969-6E4E-BF93-CCA70344A63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6" name="Straight Connector 5">
            <a:extLst>
              <a:ext uri="{FF2B5EF4-FFF2-40B4-BE49-F238E27FC236}">
                <a16:creationId xmlns:a16="http://schemas.microsoft.com/office/drawing/2014/main" id="{7DFF49B2-D892-0D45-AB42-3AAD67C3E792}"/>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0370AE6-5FDC-E344-AF35-B06C2A21DEA6}"/>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BA6B5FC3-AE52-19A7-6F8A-323718978F2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B406D92E-6025-F398-40DC-9469712D631D}"/>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2818044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ategory_AWS-Orbit-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BE0FF0-DD9B-4D4C-8D49-958F9D7B538D}"/>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39CEB0F6-1D91-81B8-A937-F1A989006E8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7E65EC2-65B2-F233-2399-B91B20DC8930}"/>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221B69D6-D4A2-83BE-46E9-1295904E1746}"/>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12846125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cons_AWS-Orbit-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2F0230-E8CE-DC44-BE47-8907F62C997D}"/>
              </a:ext>
            </a:extLst>
          </p:cNvPr>
          <p:cNvSpPr/>
          <p:nvPr userDrawn="1"/>
        </p:nvSpPr>
        <p:spPr>
          <a:xfrm>
            <a:off x="0" y="1009650"/>
            <a:ext cx="12191996" cy="15573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E08B11CB-640D-E043-BAF5-A0C13F493AD5}"/>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Service Icons</a:t>
            </a:r>
          </a:p>
        </p:txBody>
      </p:sp>
      <p:sp>
        <p:nvSpPr>
          <p:cNvPr id="6" name="Title 1">
            <a:extLst>
              <a:ext uri="{FF2B5EF4-FFF2-40B4-BE49-F238E27FC236}">
                <a16:creationId xmlns:a16="http://schemas.microsoft.com/office/drawing/2014/main" id="{3B3AE031-14EA-8D40-9418-E068CFCCEE6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tx2"/>
                </a:solidFill>
              </a:rPr>
              <a:t>Resource Icons</a:t>
            </a:r>
          </a:p>
        </p:txBody>
      </p:sp>
      <p:cxnSp>
        <p:nvCxnSpPr>
          <p:cNvPr id="7" name="Straight Connector 6">
            <a:extLst>
              <a:ext uri="{FF2B5EF4-FFF2-40B4-BE49-F238E27FC236}">
                <a16:creationId xmlns:a16="http://schemas.microsoft.com/office/drawing/2014/main" id="{DC3153ED-10FE-2541-95D5-3FFD37931226}"/>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014E3DB-720E-E740-82E3-A1F043489F17}"/>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F1ACC603-6326-454F-8DB6-8BB023F9A08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47B46F3E-9AF6-1A67-72BD-4E356152EE4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D9E05E46-9741-B3CF-1195-89E912118D3A}"/>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4224968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9448230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3564EC-CE50-1549-B5F0-E1519DE3E6CA}"/>
              </a:ext>
            </a:extLst>
          </p:cNvPr>
          <p:cNvSpPr>
            <a:spLocks noGrp="1"/>
          </p:cNvSpPr>
          <p:nvPr>
            <p:ph type="ctrTitle" hasCustomPrompt="1"/>
          </p:nvPr>
        </p:nvSpPr>
        <p:spPr>
          <a:xfrm>
            <a:off x="336720" y="3076506"/>
            <a:ext cx="6733877" cy="840230"/>
          </a:xfrm>
        </p:spPr>
        <p:txBody>
          <a:bodyPr wrap="square" lIns="0" anchor="b" anchorCtr="0">
            <a:spAutoFit/>
          </a:bodyPr>
          <a:lstStyle>
            <a:lvl1pPr algn="l">
              <a:defRPr sz="5400">
                <a:solidFill>
                  <a:schemeClr val="bg1"/>
                </a:solidFill>
              </a:defRPr>
            </a:lvl1pPr>
          </a:lstStyle>
          <a:p>
            <a:r>
              <a:rPr lang="en-US"/>
              <a:t>Enter title</a:t>
            </a:r>
          </a:p>
        </p:txBody>
      </p:sp>
      <p:sp>
        <p:nvSpPr>
          <p:cNvPr id="17" name="Subtitle 2">
            <a:extLst>
              <a:ext uri="{FF2B5EF4-FFF2-40B4-BE49-F238E27FC236}">
                <a16:creationId xmlns:a16="http://schemas.microsoft.com/office/drawing/2014/main" id="{10BA1EB2-0EC6-804A-B029-2483E6FB35DD}"/>
              </a:ext>
            </a:extLst>
          </p:cNvPr>
          <p:cNvSpPr>
            <a:spLocks noGrp="1"/>
          </p:cNvSpPr>
          <p:nvPr>
            <p:ph type="subTitle" idx="1" hasCustomPrompt="1"/>
          </p:nvPr>
        </p:nvSpPr>
        <p:spPr>
          <a:xfrm>
            <a:off x="336720" y="3940166"/>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pic>
        <p:nvPicPr>
          <p:cNvPr id="13" name="Picture 12">
            <a:extLst>
              <a:ext uri="{FF2B5EF4-FFF2-40B4-BE49-F238E27FC236}">
                <a16:creationId xmlns:a16="http://schemas.microsoft.com/office/drawing/2014/main" id="{FBFCC986-4AA5-4E78-ACB8-93296CE0EF2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551423"/>
            <a:ext cx="1003173" cy="600189"/>
          </a:xfrm>
          <a:prstGeom prst="rect">
            <a:avLst/>
          </a:prstGeom>
        </p:spPr>
      </p:pic>
      <p:sp>
        <p:nvSpPr>
          <p:cNvPr id="2" name="Footer Placeholder 1">
            <a:extLst>
              <a:ext uri="{FF2B5EF4-FFF2-40B4-BE49-F238E27FC236}">
                <a16:creationId xmlns:a16="http://schemas.microsoft.com/office/drawing/2014/main" id="{8892DFA2-7EEB-8C00-E73B-389E1BA79CBA}"/>
              </a:ext>
            </a:extLst>
          </p:cNvPr>
          <p:cNvSpPr>
            <a:spLocks noGrp="1"/>
          </p:cNvSpPr>
          <p:nvPr>
            <p:ph type="ftr" sz="quarter" idx="10"/>
          </p:nvPr>
        </p:nvSpPr>
        <p:spPr>
          <a:xfrm>
            <a:off x="336720" y="6289500"/>
            <a:ext cx="4403682" cy="365125"/>
          </a:xfrm>
        </p:spPr>
        <p:txBody>
          <a:bodyPr lIns="0"/>
          <a:lstStyle>
            <a:lvl1pPr algn="l">
              <a:defRPr>
                <a:solidFill>
                  <a:schemeClr val="bg1"/>
                </a:solidFill>
              </a:defRPr>
            </a:lvl1p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020073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4963816-3C9D-6054-6D89-CCC3057C15C7}"/>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pic>
        <p:nvPicPr>
          <p:cNvPr id="5" name="Picture 4">
            <a:extLst>
              <a:ext uri="{FF2B5EF4-FFF2-40B4-BE49-F238E27FC236}">
                <a16:creationId xmlns:a16="http://schemas.microsoft.com/office/drawing/2014/main" id="{CE7CCC43-D20D-3547-4C5C-B84BCD5F6C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720" y="6335089"/>
            <a:ext cx="348827" cy="208700"/>
          </a:xfrm>
          <a:prstGeom prst="rect">
            <a:avLst/>
          </a:prstGeom>
        </p:spPr>
      </p:pic>
      <p:sp>
        <p:nvSpPr>
          <p:cNvPr id="6" name="Footer Placeholder 5">
            <a:extLst>
              <a:ext uri="{FF2B5EF4-FFF2-40B4-BE49-F238E27FC236}">
                <a16:creationId xmlns:a16="http://schemas.microsoft.com/office/drawing/2014/main" id="{B7078B4B-8B58-E813-961C-064BC40AF840}"/>
              </a:ext>
            </a:extLst>
          </p:cNvPr>
          <p:cNvSpPr>
            <a:spLocks noGrp="1"/>
          </p:cNvSpPr>
          <p:nvPr>
            <p:ph type="ftr" sz="quarter" idx="10"/>
          </p:nvPr>
        </p:nvSpPr>
        <p:spPr/>
        <p:txBody>
          <a:bodyPr/>
          <a:lstStyle>
            <a:lvl1pPr>
              <a:defRPr>
                <a:solidFill>
                  <a:schemeClr val="bg1"/>
                </a:solidFill>
              </a:defRPr>
            </a:lvl1pPr>
          </a:lstStyle>
          <a:p>
            <a:r>
              <a:rPr lang="en-US">
                <a:latin typeface="Arial" panose="020B0604020202020204" pitchFamily="34" charset="0"/>
                <a:cs typeface="Arial" panose="020B0604020202020204" pitchFamily="34" charset="0"/>
              </a:rPr>
              <a:t>© 2023, Amazon Web Services, Inc. or its affiliates.</a:t>
            </a:r>
          </a:p>
        </p:txBody>
      </p:sp>
      <p:sp>
        <p:nvSpPr>
          <p:cNvPr id="3" name="Title 1">
            <a:extLst>
              <a:ext uri="{FF2B5EF4-FFF2-40B4-BE49-F238E27FC236}">
                <a16:creationId xmlns:a16="http://schemas.microsoft.com/office/drawing/2014/main" id="{D1D318C5-3473-9969-88C2-50B00642389A}"/>
              </a:ext>
            </a:extLst>
          </p:cNvPr>
          <p:cNvSpPr>
            <a:spLocks noGrp="1"/>
          </p:cNvSpPr>
          <p:nvPr>
            <p:ph type="ctrTitle" hasCustomPrompt="1"/>
          </p:nvPr>
        </p:nvSpPr>
        <p:spPr>
          <a:xfrm>
            <a:off x="336720" y="3050435"/>
            <a:ext cx="6733877" cy="840230"/>
          </a:xfrm>
        </p:spPr>
        <p:txBody>
          <a:bodyPr wrap="square" lIns="0" anchor="b" anchorCtr="0">
            <a:spAutoFit/>
          </a:bodyPr>
          <a:lstStyle>
            <a:lvl1pPr algn="l">
              <a:defRPr sz="5400">
                <a:solidFill>
                  <a:schemeClr val="bg1"/>
                </a:solidFill>
              </a:defRPr>
            </a:lvl1pPr>
          </a:lstStyle>
          <a:p>
            <a:r>
              <a:rPr lang="en-US"/>
              <a:t>Enter title</a:t>
            </a:r>
          </a:p>
        </p:txBody>
      </p:sp>
      <p:sp>
        <p:nvSpPr>
          <p:cNvPr id="7" name="Subtitle 2">
            <a:extLst>
              <a:ext uri="{FF2B5EF4-FFF2-40B4-BE49-F238E27FC236}">
                <a16:creationId xmlns:a16="http://schemas.microsoft.com/office/drawing/2014/main" id="{236C7969-22B7-9E94-E270-5F3C7A19AAE6}"/>
              </a:ext>
            </a:extLst>
          </p:cNvPr>
          <p:cNvSpPr>
            <a:spLocks noGrp="1"/>
          </p:cNvSpPr>
          <p:nvPr>
            <p:ph type="subTitle" idx="1" hasCustomPrompt="1"/>
          </p:nvPr>
        </p:nvSpPr>
        <p:spPr>
          <a:xfrm>
            <a:off x="336720" y="3914095"/>
            <a:ext cx="6733876" cy="480131"/>
          </a:xfrm>
        </p:spPr>
        <p:txBody>
          <a:bodyPr wrap="square" lIns="0">
            <a:spAutoFit/>
          </a:bodyPr>
          <a:lstStyle>
            <a:lvl1pPr marL="0" indent="0" algn="l">
              <a:spcAft>
                <a:spcPts val="0"/>
              </a:spcAft>
              <a:buFont typeface="Arial" panose="020B0604020202020204" pitchFamily="34" charset="0"/>
              <a:buNone/>
              <a:defRPr sz="2800" b="0" i="0" cap="none" spc="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Enter subtitle</a:t>
            </a:r>
          </a:p>
        </p:txBody>
      </p:sp>
    </p:spTree>
    <p:extLst>
      <p:ext uri="{BB962C8B-B14F-4D97-AF65-F5344CB8AC3E}">
        <p14:creationId xmlns:p14="http://schemas.microsoft.com/office/powerpoint/2010/main" val="2181229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464">
          <p15:clr>
            <a:srgbClr val="FBAE40"/>
          </p15:clr>
        </p15:guide>
        <p15:guide id="3" orient="horz" pos="2736">
          <p15:clr>
            <a:srgbClr val="FBAE40"/>
          </p15:clr>
        </p15:guide>
        <p15:guide id="4" orient="horz" pos="1272">
          <p15:clr>
            <a:srgbClr val="FBAE40"/>
          </p15:clr>
        </p15:guide>
        <p15:guide id="5" orient="horz" pos="1728">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hat's N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19" name="Text Placeholder 5">
            <a:extLst>
              <a:ext uri="{FF2B5EF4-FFF2-40B4-BE49-F238E27FC236}">
                <a16:creationId xmlns:a16="http://schemas.microsoft.com/office/drawing/2014/main" id="{9AE35381-62E7-8B45-DF09-9D52F4A458BC}"/>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9" name="Text Placeholder 6">
            <a:extLst>
              <a:ext uri="{FF2B5EF4-FFF2-40B4-BE49-F238E27FC236}">
                <a16:creationId xmlns:a16="http://schemas.microsoft.com/office/drawing/2014/main" id="{664D7CAF-E305-EFB7-1D4C-FC4028A01950}"/>
              </a:ext>
            </a:extLst>
          </p:cNvPr>
          <p:cNvSpPr>
            <a:spLocks noGrp="1"/>
          </p:cNvSpPr>
          <p:nvPr>
            <p:ph type="body" sz="quarter" idx="14"/>
          </p:nvPr>
        </p:nvSpPr>
        <p:spPr>
          <a:xfrm>
            <a:off x="241300" y="2273300"/>
            <a:ext cx="3602038" cy="3584575"/>
          </a:xfrm>
        </p:spPr>
        <p:txBody>
          <a:bodyPr/>
          <a:lstStyle>
            <a:lvl1pPr>
              <a:defRPr sz="1100"/>
            </a:lvl1pPr>
          </a:lstStyle>
          <a:p>
            <a:pPr lvl="0"/>
            <a:r>
              <a:rPr lang="en-US"/>
              <a:t>Click to edit Master text styles</a:t>
            </a:r>
          </a:p>
        </p:txBody>
      </p:sp>
      <p:sp>
        <p:nvSpPr>
          <p:cNvPr id="14" name="Text Placeholder 12">
            <a:extLst>
              <a:ext uri="{FF2B5EF4-FFF2-40B4-BE49-F238E27FC236}">
                <a16:creationId xmlns:a16="http://schemas.microsoft.com/office/drawing/2014/main" id="{715E9AF3-0F43-A8C7-9D9A-24B5C30D635A}"/>
              </a:ext>
            </a:extLst>
          </p:cNvPr>
          <p:cNvSpPr>
            <a:spLocks noGrp="1"/>
          </p:cNvSpPr>
          <p:nvPr>
            <p:ph type="body" sz="quarter" idx="15"/>
          </p:nvPr>
        </p:nvSpPr>
        <p:spPr>
          <a:xfrm>
            <a:off x="4294188" y="2273300"/>
            <a:ext cx="3603625" cy="3584575"/>
          </a:xfrm>
        </p:spPr>
        <p:txBody>
          <a:bodyPr/>
          <a:lstStyle>
            <a:lvl1pPr>
              <a:defRPr sz="1100"/>
            </a:lvl1pPr>
          </a:lstStyle>
          <a:p>
            <a:pPr lvl="0"/>
            <a:r>
              <a:rPr lang="en-US"/>
              <a:t>Click to edit Master text styles</a:t>
            </a:r>
          </a:p>
        </p:txBody>
      </p:sp>
      <p:sp>
        <p:nvSpPr>
          <p:cNvPr id="17" name="Text Placeholder 15">
            <a:extLst>
              <a:ext uri="{FF2B5EF4-FFF2-40B4-BE49-F238E27FC236}">
                <a16:creationId xmlns:a16="http://schemas.microsoft.com/office/drawing/2014/main" id="{0DA81135-55B4-1CE3-4AAE-80204E5A91CF}"/>
              </a:ext>
            </a:extLst>
          </p:cNvPr>
          <p:cNvSpPr>
            <a:spLocks noGrp="1"/>
          </p:cNvSpPr>
          <p:nvPr>
            <p:ph type="body" sz="quarter" idx="16"/>
          </p:nvPr>
        </p:nvSpPr>
        <p:spPr>
          <a:xfrm>
            <a:off x="8326438" y="2273300"/>
            <a:ext cx="3602037" cy="3584575"/>
          </a:xfrm>
        </p:spPr>
        <p:txBody>
          <a:bodyPr/>
          <a:lstStyle>
            <a:lvl1pPr>
              <a:defRPr sz="1100"/>
            </a:lvl1pPr>
          </a:lstStyle>
          <a:p>
            <a:pPr lvl="0"/>
            <a:r>
              <a:rPr lang="en-US"/>
              <a:t>Click to edit Master text styles</a:t>
            </a:r>
          </a:p>
        </p:txBody>
      </p:sp>
      <p:sp>
        <p:nvSpPr>
          <p:cNvPr id="3" name="Footer Placeholder 2">
            <a:extLst>
              <a:ext uri="{FF2B5EF4-FFF2-40B4-BE49-F238E27FC236}">
                <a16:creationId xmlns:a16="http://schemas.microsoft.com/office/drawing/2014/main" id="{1B3F8ABA-AA73-6F33-8CE3-7BA8AC03293B}"/>
              </a:ext>
            </a:extLst>
          </p:cNvPr>
          <p:cNvSpPr>
            <a:spLocks noGrp="1"/>
          </p:cNvSpPr>
          <p:nvPr>
            <p:ph type="ftr" sz="quarter" idx="18"/>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4EFE30FD-1024-73E5-DDAE-CABD5B7F85A7}"/>
              </a:ext>
            </a:extLst>
          </p:cNvPr>
          <p:cNvSpPr>
            <a:spLocks noGrp="1"/>
          </p:cNvSpPr>
          <p:nvPr>
            <p:ph type="sldNum" sz="quarter" idx="19"/>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4549755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5" name="Text Placeholder 3">
            <a:extLst>
              <a:ext uri="{FF2B5EF4-FFF2-40B4-BE49-F238E27FC236}">
                <a16:creationId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2400"/>
            </a:lvl1pPr>
          </a:lstStyle>
          <a:p>
            <a:pPr lvl="0"/>
            <a:r>
              <a:rPr lang="en-US"/>
              <a:t>Click to edit Master text styles</a:t>
            </a:r>
          </a:p>
        </p:txBody>
      </p:sp>
      <p:sp>
        <p:nvSpPr>
          <p:cNvPr id="3" name="Footer Placeholder 2">
            <a:extLst>
              <a:ext uri="{FF2B5EF4-FFF2-40B4-BE49-F238E27FC236}">
                <a16:creationId xmlns:a16="http://schemas.microsoft.com/office/drawing/2014/main" id="{715B2C22-9842-790F-7012-5D5CBEC71E02}"/>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a16="http://schemas.microsoft.com/office/drawing/2014/main" id="{ABF86CD2-EE78-2625-5844-0B9890040E6D}"/>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23426303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sub-three-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13" name="Text Placeholder 5">
            <a:extLst>
              <a:ext uri="{FF2B5EF4-FFF2-40B4-BE49-F238E27FC236}">
                <a16:creationId xmlns:a16="http://schemas.microsoft.com/office/drawing/2014/main" id="{600D87FF-D51B-E8F3-39CF-9AEBFC357DB5}"/>
              </a:ext>
            </a:extLst>
          </p:cNvPr>
          <p:cNvSpPr>
            <a:spLocks noGrp="1"/>
          </p:cNvSpPr>
          <p:nvPr>
            <p:ph type="body" sz="quarter" idx="17"/>
          </p:nvPr>
        </p:nvSpPr>
        <p:spPr>
          <a:xfrm>
            <a:off x="240584" y="1149350"/>
            <a:ext cx="11710116" cy="984250"/>
          </a:xfrm>
        </p:spPr>
        <p:txBody>
          <a:bodyPr/>
          <a:lstStyle>
            <a:lvl1pPr>
              <a:defRPr sz="1800"/>
            </a:lvl1pPr>
          </a:lstStyle>
          <a:p>
            <a:pPr lvl="0"/>
            <a:r>
              <a:rPr lang="en-US"/>
              <a:t>Click to edit Master text styles</a:t>
            </a:r>
          </a:p>
        </p:txBody>
      </p:sp>
      <p:sp>
        <p:nvSpPr>
          <p:cNvPr id="7" name="Text Placeholder 5">
            <a:extLst>
              <a:ext uri="{FF2B5EF4-FFF2-40B4-BE49-F238E27FC236}">
                <a16:creationId xmlns:a16="http://schemas.microsoft.com/office/drawing/2014/main" id="{CA60269A-F2FF-A7E2-AD9F-9F08204AC6DC}"/>
              </a:ext>
            </a:extLst>
          </p:cNvPr>
          <p:cNvSpPr>
            <a:spLocks noGrp="1"/>
          </p:cNvSpPr>
          <p:nvPr>
            <p:ph type="body" sz="quarter" idx="18"/>
          </p:nvPr>
        </p:nvSpPr>
        <p:spPr>
          <a:xfrm>
            <a:off x="241300" y="2273300"/>
            <a:ext cx="3602038" cy="3584575"/>
          </a:xfrm>
        </p:spPr>
        <p:txBody>
          <a:bodyPr/>
          <a:lstStyle>
            <a:lvl1pPr>
              <a:defRPr sz="1800"/>
            </a:lvl1pPr>
          </a:lstStyle>
          <a:p>
            <a:pPr lvl="0"/>
            <a:r>
              <a:rPr lang="en-US"/>
              <a:t>Click to edit Master text styles</a:t>
            </a:r>
          </a:p>
        </p:txBody>
      </p:sp>
      <p:sp>
        <p:nvSpPr>
          <p:cNvPr id="12" name="Text Placeholder 9">
            <a:extLst>
              <a:ext uri="{FF2B5EF4-FFF2-40B4-BE49-F238E27FC236}">
                <a16:creationId xmlns:a16="http://schemas.microsoft.com/office/drawing/2014/main" id="{0313B1EB-2063-E608-080C-CD557353524C}"/>
              </a:ext>
            </a:extLst>
          </p:cNvPr>
          <p:cNvSpPr>
            <a:spLocks noGrp="1"/>
          </p:cNvSpPr>
          <p:nvPr>
            <p:ph type="body" sz="quarter" idx="19"/>
          </p:nvPr>
        </p:nvSpPr>
        <p:spPr>
          <a:xfrm>
            <a:off x="4294188" y="2273300"/>
            <a:ext cx="3603625" cy="3584575"/>
          </a:xfrm>
        </p:spPr>
        <p:txBody>
          <a:bodyPr/>
          <a:lstStyle>
            <a:lvl1pPr>
              <a:defRPr sz="1800"/>
            </a:lvl1pPr>
          </a:lstStyle>
          <a:p>
            <a:pPr lvl="0"/>
            <a:r>
              <a:rPr lang="en-US"/>
              <a:t>Click to edit Master text styles</a:t>
            </a:r>
          </a:p>
        </p:txBody>
      </p:sp>
      <p:sp>
        <p:nvSpPr>
          <p:cNvPr id="16" name="Text Placeholder 14">
            <a:extLst>
              <a:ext uri="{FF2B5EF4-FFF2-40B4-BE49-F238E27FC236}">
                <a16:creationId xmlns:a16="http://schemas.microsoft.com/office/drawing/2014/main" id="{72F4C55E-AD63-A918-ED20-BC3E307C2D72}"/>
              </a:ext>
            </a:extLst>
          </p:cNvPr>
          <p:cNvSpPr>
            <a:spLocks noGrp="1"/>
          </p:cNvSpPr>
          <p:nvPr>
            <p:ph type="body" sz="quarter" idx="20"/>
          </p:nvPr>
        </p:nvSpPr>
        <p:spPr>
          <a:xfrm>
            <a:off x="8326438" y="2273300"/>
            <a:ext cx="3602037" cy="3584575"/>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E4B968E4-5FE5-20AF-7B20-87717025E7D0}"/>
              </a:ext>
            </a:extLst>
          </p:cNvPr>
          <p:cNvSpPr>
            <a:spLocks noGrp="1"/>
          </p:cNvSpPr>
          <p:nvPr>
            <p:ph type="ftr" sz="quarter" idx="2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62904F5B-AFFD-54FC-FAC0-F04384E1793E}"/>
              </a:ext>
            </a:extLst>
          </p:cNvPr>
          <p:cNvSpPr>
            <a:spLocks noGrp="1"/>
          </p:cNvSpPr>
          <p:nvPr>
            <p:ph type="sldNum" sz="quarter" idx="22"/>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6674397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three-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7" name="Text Placeholder 5">
            <a:extLst>
              <a:ext uri="{FF2B5EF4-FFF2-40B4-BE49-F238E27FC236}">
                <a16:creationId xmlns:a16="http://schemas.microsoft.com/office/drawing/2014/main" id="{E4F389A0-9950-789A-55A2-79B1DF20A921}"/>
              </a:ext>
            </a:extLst>
          </p:cNvPr>
          <p:cNvSpPr>
            <a:spLocks noGrp="1"/>
          </p:cNvSpPr>
          <p:nvPr>
            <p:ph type="body" sz="quarter" idx="13"/>
          </p:nvPr>
        </p:nvSpPr>
        <p:spPr>
          <a:xfrm>
            <a:off x="241300" y="1176338"/>
            <a:ext cx="3602038"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9">
            <a:extLst>
              <a:ext uri="{FF2B5EF4-FFF2-40B4-BE49-F238E27FC236}">
                <a16:creationId xmlns:a16="http://schemas.microsoft.com/office/drawing/2014/main" id="{A5A0F7C1-4F18-7077-33D5-3CBBB08D383A}"/>
              </a:ext>
            </a:extLst>
          </p:cNvPr>
          <p:cNvSpPr>
            <a:spLocks noGrp="1"/>
          </p:cNvSpPr>
          <p:nvPr>
            <p:ph type="body" sz="quarter" idx="14"/>
          </p:nvPr>
        </p:nvSpPr>
        <p:spPr>
          <a:xfrm>
            <a:off x="4294188" y="1176338"/>
            <a:ext cx="3603625"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3">
            <a:extLst>
              <a:ext uri="{FF2B5EF4-FFF2-40B4-BE49-F238E27FC236}">
                <a16:creationId xmlns:a16="http://schemas.microsoft.com/office/drawing/2014/main" id="{1F26E50D-1254-9591-B5D4-BEC8293AB0CC}"/>
              </a:ext>
            </a:extLst>
          </p:cNvPr>
          <p:cNvSpPr>
            <a:spLocks noGrp="1"/>
          </p:cNvSpPr>
          <p:nvPr>
            <p:ph type="body" sz="quarter" idx="15"/>
          </p:nvPr>
        </p:nvSpPr>
        <p:spPr>
          <a:xfrm>
            <a:off x="8326438" y="1176338"/>
            <a:ext cx="3602037" cy="4725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FECDAC01-332B-D637-56B5-4AFC25E11DE9}"/>
              </a:ext>
            </a:extLst>
          </p:cNvPr>
          <p:cNvSpPr>
            <a:spLocks noGrp="1"/>
          </p:cNvSpPr>
          <p:nvPr>
            <p:ph type="ftr" sz="quarter" idx="16"/>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Slide Number Placeholder 4">
            <a:extLst>
              <a:ext uri="{FF2B5EF4-FFF2-40B4-BE49-F238E27FC236}">
                <a16:creationId xmlns:a16="http://schemas.microsoft.com/office/drawing/2014/main" id="{49919175-8EDF-5D9C-33EC-C8E2A1976391}"/>
              </a:ext>
            </a:extLst>
          </p:cNvPr>
          <p:cNvSpPr>
            <a:spLocks noGrp="1"/>
          </p:cNvSpPr>
          <p:nvPr>
            <p:ph type="sldNum" sz="quarter" idx="17"/>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05317139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sub-two-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9" name="Text Placeholder 7">
            <a:extLst>
              <a:ext uri="{FF2B5EF4-FFF2-40B4-BE49-F238E27FC236}">
                <a16:creationId xmlns:a16="http://schemas.microsoft.com/office/drawing/2014/main" id="{F10A7AB1-FFCC-A45F-8D25-303B6F2A2794}"/>
              </a:ext>
            </a:extLst>
          </p:cNvPr>
          <p:cNvSpPr>
            <a:spLocks noGrp="1"/>
          </p:cNvSpPr>
          <p:nvPr>
            <p:ph type="body" sz="quarter" idx="14"/>
          </p:nvPr>
        </p:nvSpPr>
        <p:spPr>
          <a:xfrm>
            <a:off x="241300" y="1149350"/>
            <a:ext cx="11709400" cy="984250"/>
          </a:xfrm>
        </p:spPr>
        <p:txBody>
          <a:bodyPr/>
          <a:lstStyle>
            <a:lvl1pPr>
              <a:defRPr sz="1800"/>
            </a:lvl1pPr>
          </a:lstStyle>
          <a:p>
            <a:pPr lvl="0"/>
            <a:r>
              <a:rPr lang="en-US"/>
              <a:t>Click to edit Master text styles</a:t>
            </a:r>
          </a:p>
        </p:txBody>
      </p:sp>
      <p:sp>
        <p:nvSpPr>
          <p:cNvPr id="12" name="Text Placeholder 10">
            <a:extLst>
              <a:ext uri="{FF2B5EF4-FFF2-40B4-BE49-F238E27FC236}">
                <a16:creationId xmlns:a16="http://schemas.microsoft.com/office/drawing/2014/main" id="{2810F906-2DEE-3C9E-A8D5-9575D7745B6B}"/>
              </a:ext>
            </a:extLst>
          </p:cNvPr>
          <p:cNvSpPr>
            <a:spLocks noGrp="1"/>
          </p:cNvSpPr>
          <p:nvPr>
            <p:ph type="body" sz="quarter" idx="15"/>
          </p:nvPr>
        </p:nvSpPr>
        <p:spPr>
          <a:xfrm>
            <a:off x="241300" y="2273300"/>
            <a:ext cx="5668963" cy="3584575"/>
          </a:xfrm>
        </p:spPr>
        <p:txBody>
          <a:bodyPr/>
          <a:lstStyle>
            <a:lvl1pPr>
              <a:defRPr sz="1800"/>
            </a:lvl1pPr>
          </a:lstStyle>
          <a:p>
            <a:pPr lvl="0"/>
            <a:r>
              <a:rPr lang="en-US"/>
              <a:t>Click to edit Master text styles</a:t>
            </a:r>
          </a:p>
        </p:txBody>
      </p:sp>
      <p:sp>
        <p:nvSpPr>
          <p:cNvPr id="15" name="Text Placeholder 13">
            <a:extLst>
              <a:ext uri="{FF2B5EF4-FFF2-40B4-BE49-F238E27FC236}">
                <a16:creationId xmlns:a16="http://schemas.microsoft.com/office/drawing/2014/main" id="{5F64ED81-5108-F3B8-4DD7-6ECCF59D78F3}"/>
              </a:ext>
            </a:extLst>
          </p:cNvPr>
          <p:cNvSpPr>
            <a:spLocks noGrp="1"/>
          </p:cNvSpPr>
          <p:nvPr>
            <p:ph type="body" sz="quarter" idx="16"/>
          </p:nvPr>
        </p:nvSpPr>
        <p:spPr>
          <a:xfrm>
            <a:off x="6281738" y="2273300"/>
            <a:ext cx="5668962" cy="3584575"/>
          </a:xfrm>
        </p:spPr>
        <p:txBody>
          <a:bodyPr/>
          <a:lstStyle>
            <a:lvl1pPr>
              <a:defRPr sz="1800"/>
            </a:lvl1pPr>
          </a:lstStyle>
          <a:p>
            <a:pPr lvl="0"/>
            <a:r>
              <a:rPr lang="en-US"/>
              <a:t>Click to edit Master text styles</a:t>
            </a:r>
          </a:p>
        </p:txBody>
      </p:sp>
      <p:sp>
        <p:nvSpPr>
          <p:cNvPr id="5" name="Slide Number Placeholder 4">
            <a:extLst>
              <a:ext uri="{FF2B5EF4-FFF2-40B4-BE49-F238E27FC236}">
                <a16:creationId xmlns:a16="http://schemas.microsoft.com/office/drawing/2014/main" id="{660A64CF-48E8-5FFF-28D2-E0495E1D7ABF}"/>
              </a:ext>
            </a:extLst>
          </p:cNvPr>
          <p:cNvSpPr>
            <a:spLocks noGrp="1"/>
          </p:cNvSpPr>
          <p:nvPr>
            <p:ph type="sldNum" sz="quarter" idx="13"/>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a16="http://schemas.microsoft.com/office/drawing/2014/main" id="{9DA500AE-6766-41B0-C029-EAE84059B512}"/>
              </a:ext>
            </a:extLst>
          </p:cNvPr>
          <p:cNvSpPr>
            <a:spLocks noGrp="1"/>
          </p:cNvSpPr>
          <p:nvPr>
            <p:ph type="ftr" sz="quarter" idx="17"/>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6160480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col-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5CA19-9DC3-0948-B147-46516DBE1FFD}"/>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8EB56554-52F1-D18F-5827-F007C7E9F54C}"/>
              </a:ext>
            </a:extLst>
          </p:cNvPr>
          <p:cNvSpPr>
            <a:spLocks noGrp="1"/>
          </p:cNvSpPr>
          <p:nvPr>
            <p:ph type="body" sz="quarter" idx="11"/>
          </p:nvPr>
        </p:nvSpPr>
        <p:spPr>
          <a:xfrm>
            <a:off x="241300" y="1176338"/>
            <a:ext cx="5668963" cy="4725987"/>
          </a:xfrm>
        </p:spPr>
        <p:txBody>
          <a:bodyPr/>
          <a:lstStyle>
            <a:lvl1pPr>
              <a:defRPr sz="1800"/>
            </a:lvl1pPr>
          </a:lstStyle>
          <a:p>
            <a:pPr lvl="0"/>
            <a:r>
              <a:rPr lang="en-US"/>
              <a:t>Click to edit Master text styles</a:t>
            </a:r>
          </a:p>
        </p:txBody>
      </p:sp>
      <p:sp>
        <p:nvSpPr>
          <p:cNvPr id="11" name="Text Placeholder 9">
            <a:extLst>
              <a:ext uri="{FF2B5EF4-FFF2-40B4-BE49-F238E27FC236}">
                <a16:creationId xmlns:a16="http://schemas.microsoft.com/office/drawing/2014/main" id="{65AB646E-8298-41D3-BEB1-D7F0A7609CB7}"/>
              </a:ext>
            </a:extLst>
          </p:cNvPr>
          <p:cNvSpPr>
            <a:spLocks noGrp="1"/>
          </p:cNvSpPr>
          <p:nvPr>
            <p:ph type="body" sz="quarter" idx="12"/>
          </p:nvPr>
        </p:nvSpPr>
        <p:spPr>
          <a:xfrm>
            <a:off x="6281738" y="1176338"/>
            <a:ext cx="5668962"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93665833-E42A-E620-7D83-55DACDE25186}"/>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4" name="Slide Number Placeholder 3">
            <a:extLst>
              <a:ext uri="{FF2B5EF4-FFF2-40B4-BE49-F238E27FC236}">
                <a16:creationId xmlns:a16="http://schemas.microsoft.com/office/drawing/2014/main" id="{2FBF9A05-AD0B-20A1-596D-C0BA3D1F1735}"/>
              </a:ext>
            </a:extLst>
          </p:cNvPr>
          <p:cNvSpPr>
            <a:spLocks noGrp="1"/>
          </p:cNvSpPr>
          <p:nvPr>
            <p:ph type="sldNum" sz="quarter" idx="14"/>
          </p:nvPr>
        </p:nvSpPr>
        <p:spPr/>
        <p:txBody>
          <a:bodyPr/>
          <a:lstStyle/>
          <a:p>
            <a:fld id="{EB4B8DE2-A4E8-46E4-8BBF-D75455EFF32C}" type="slidenum">
              <a:rPr lang="en-US" smtClean="0"/>
              <a:pPr/>
              <a:t>‹#›</a:t>
            </a:fld>
            <a:endParaRPr lang="en-US"/>
          </a:p>
        </p:txBody>
      </p:sp>
    </p:spTree>
    <p:extLst>
      <p:ext uri="{BB962C8B-B14F-4D97-AF65-F5344CB8AC3E}">
        <p14:creationId xmlns:p14="http://schemas.microsoft.com/office/powerpoint/2010/main" val="37304931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ne-col-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D1178EA3-F808-FA40-ACC0-1278A8280A01}"/>
              </a:ext>
            </a:extLst>
          </p:cNvPr>
          <p:cNvSpPr>
            <a:spLocks noGrp="1"/>
          </p:cNvSpPr>
          <p:nvPr>
            <p:ph type="title"/>
          </p:nvPr>
        </p:nvSpPr>
        <p:spPr>
          <a:xfrm>
            <a:off x="240941" y="365126"/>
            <a:ext cx="11710118" cy="644278"/>
          </a:xfr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66A7B6E1-BAB1-B598-78E0-7F84FE23647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Text Placeholder 3">
            <a:extLst>
              <a:ext uri="{FF2B5EF4-FFF2-40B4-BE49-F238E27FC236}">
                <a16:creationId xmlns:a16="http://schemas.microsoft.com/office/drawing/2014/main" id="{6C7105B5-A94F-CB29-5056-0F6BFD63F0FA}"/>
              </a:ext>
            </a:extLst>
          </p:cNvPr>
          <p:cNvSpPr>
            <a:spLocks noGrp="1"/>
          </p:cNvSpPr>
          <p:nvPr>
            <p:ph type="body" sz="quarter" idx="12"/>
          </p:nvPr>
        </p:nvSpPr>
        <p:spPr>
          <a:xfrm>
            <a:off x="241300" y="1176338"/>
            <a:ext cx="11709400" cy="4725987"/>
          </a:xfrm>
        </p:spPr>
        <p:txBody>
          <a:bodyPr/>
          <a:lstStyle>
            <a:lvl1pPr>
              <a:defRPr sz="1800"/>
            </a:lvl1pPr>
          </a:lstStyle>
          <a:p>
            <a:pPr lvl="0"/>
            <a:r>
              <a:rPr lang="en-US"/>
              <a:t>Click to edit Master text styles</a:t>
            </a:r>
          </a:p>
        </p:txBody>
      </p:sp>
      <p:sp>
        <p:nvSpPr>
          <p:cNvPr id="3" name="Footer Placeholder 2">
            <a:extLst>
              <a:ext uri="{FF2B5EF4-FFF2-40B4-BE49-F238E27FC236}">
                <a16:creationId xmlns:a16="http://schemas.microsoft.com/office/drawing/2014/main" id="{82322F17-7061-DBE6-40F0-4CE0A9CEF9EB}"/>
              </a:ext>
            </a:extLst>
          </p:cNvPr>
          <p:cNvSpPr>
            <a:spLocks noGrp="1"/>
          </p:cNvSpPr>
          <p:nvPr>
            <p:ph type="ftr" sz="quarter" idx="13"/>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7304933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CB15F2C0-30F8-DAE1-A01A-A77FC537443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3" name="Footer Placeholder 2">
            <a:extLst>
              <a:ext uri="{FF2B5EF4-FFF2-40B4-BE49-F238E27FC236}">
                <a16:creationId xmlns:a16="http://schemas.microsoft.com/office/drawing/2014/main" id="{74C36402-0D38-2FE6-DABB-84869F8B0A7B}"/>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1268471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7A80BA3-E490-7BB8-44E4-2563732CEF4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2" name="Footer Placeholder 1">
            <a:extLst>
              <a:ext uri="{FF2B5EF4-FFF2-40B4-BE49-F238E27FC236}">
                <a16:creationId xmlns:a16="http://schemas.microsoft.com/office/drawing/2014/main" id="{2F4A4BE7-29FE-EC65-CE2C-3F4AEC502DB5}"/>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1344852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ategory_AWS-Squid-I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61DB949-1463-2A4C-B301-63F1602C50E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A3AA0474-8FF5-26D4-FF3B-B8AA251B06F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EDC6BC82-2752-FE77-7E7B-D40EB348F501}"/>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D62913E6-E833-A35B-D52D-6FC43B3AAB23}"/>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22219940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cons_AWS-Squid-In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48DBF48-0EFD-7E4F-AAF0-AB1C4877B680}"/>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E1388B4C-0BAF-3342-B4C4-F8F3835171BA}"/>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General Services</a:t>
            </a:r>
          </a:p>
        </p:txBody>
      </p:sp>
      <p:sp>
        <p:nvSpPr>
          <p:cNvPr id="6" name="Title 1">
            <a:extLst>
              <a:ext uri="{FF2B5EF4-FFF2-40B4-BE49-F238E27FC236}">
                <a16:creationId xmlns:a16="http://schemas.microsoft.com/office/drawing/2014/main" id="{1589A14A-BBCF-BC41-8E4A-D55A4B8E1B3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613BDA1A-1CBB-8E43-A453-55D625CBA08B}"/>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DE7E60F-0E8F-E845-A30E-6D51DFDCF24C}"/>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6F1EA21-81DA-5A4B-9469-25634A530790}"/>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B2E1ECED-EA93-EF92-CE3E-5CCF2183532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856C5E90-B6A0-C44C-5B33-1A7116573C3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00390162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only_AWS-Squid-I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5D3566-EC15-634D-A5DB-D8659E8B1D53}"/>
              </a:ext>
            </a:extLst>
          </p:cNvPr>
          <p:cNvSpPr/>
          <p:nvPr userDrawn="1"/>
        </p:nvSpPr>
        <p:spPr>
          <a:xfrm>
            <a:off x="0" y="1"/>
            <a:ext cx="12191999" cy="6857999"/>
          </a:xfrm>
          <a:prstGeom prst="rect">
            <a:avLst/>
          </a:prstGeom>
          <a:noFill/>
          <a:ln w="1778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p:txBody>
          <a:bodyPr/>
          <a:lstStyle/>
          <a:p>
            <a:r>
              <a:rPr lang="en-US"/>
              <a:t>Click to edit Master title style</a:t>
            </a:r>
          </a:p>
        </p:txBody>
      </p:sp>
      <p:sp>
        <p:nvSpPr>
          <p:cNvPr id="6" name="Slide Number Placeholder 5">
            <a:extLst>
              <a:ext uri="{FF2B5EF4-FFF2-40B4-BE49-F238E27FC236}">
                <a16:creationId xmlns:a16="http://schemas.microsoft.com/office/drawing/2014/main" id="{48AA02FF-B2B6-C57F-26B1-0DD331F6C150}"/>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4867BF2-F07F-5F3F-475C-95CD1798EEA5}"/>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4132934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tegory_AWS-Galaxy-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AEB10B3-8C08-7244-A574-BA85CB778D8C}"/>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108BE0B2-F3AA-6FBC-AD07-99EDAC6C0D94}"/>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5C25EDD2-E77A-C2D7-DFD4-A448A9D8DA6F}"/>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D4C323C8-2085-5822-7923-7CF461743E9D}"/>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217657075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cons_AWS-Galaxy-50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1F4C99-54C2-9541-8F43-762C964F1301}"/>
              </a:ext>
            </a:extLst>
          </p:cNvPr>
          <p:cNvSpPr/>
          <p:nvPr userDrawn="1"/>
        </p:nvSpPr>
        <p:spPr>
          <a:xfrm>
            <a:off x="0" y="1009650"/>
            <a:ext cx="12191997"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Title 1">
            <a:extLst>
              <a:ext uri="{FF2B5EF4-FFF2-40B4-BE49-F238E27FC236}">
                <a16:creationId xmlns:a16="http://schemas.microsoft.com/office/drawing/2014/main" id="{4A10370E-4F42-8241-BF9F-E9A72893ED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7" name="Title 1">
            <a:extLst>
              <a:ext uri="{FF2B5EF4-FFF2-40B4-BE49-F238E27FC236}">
                <a16:creationId xmlns:a16="http://schemas.microsoft.com/office/drawing/2014/main" id="{E12F472C-8CA3-7949-8253-63E2F46D3462}"/>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8" name="Straight Connector 7">
            <a:extLst>
              <a:ext uri="{FF2B5EF4-FFF2-40B4-BE49-F238E27FC236}">
                <a16:creationId xmlns:a16="http://schemas.microsoft.com/office/drawing/2014/main" id="{672AB3EF-8D29-0347-A0F4-5A920F8D6324}"/>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68C1FD56-C45F-424C-E9DB-ED23FAE2B38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A5FA43EF-49E4-74BC-21F0-D41D27599C59}"/>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10" name="Rectangle 9">
            <a:extLst>
              <a:ext uri="{FF2B5EF4-FFF2-40B4-BE49-F238E27FC236}">
                <a16:creationId xmlns:a16="http://schemas.microsoft.com/office/drawing/2014/main" id="{468A9567-E554-3010-2A38-DF450DDFF986}"/>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Tree>
    <p:extLst>
      <p:ext uri="{BB962C8B-B14F-4D97-AF65-F5344CB8AC3E}">
        <p14:creationId xmlns:p14="http://schemas.microsoft.com/office/powerpoint/2010/main" val="1520468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only_AWS-Galaxy-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FF7784A-AC38-A14C-8390-9F3D6CB22C2B}"/>
              </a:ext>
            </a:extLst>
          </p:cNvPr>
          <p:cNvSpPr/>
          <p:nvPr userDrawn="1"/>
        </p:nvSpPr>
        <p:spPr>
          <a:xfrm>
            <a:off x="0" y="0"/>
            <a:ext cx="12191999" cy="6857999"/>
          </a:xfrm>
          <a:prstGeom prst="rect">
            <a:avLst/>
          </a:prstGeom>
          <a:noFill/>
          <a:ln w="177800">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1" name="Text Placeholder 23">
            <a:extLst>
              <a:ext uri="{FF2B5EF4-FFF2-40B4-BE49-F238E27FC236}">
                <a16:creationId xmlns:a16="http://schemas.microsoft.com/office/drawing/2014/main" id="{0FB48715-5720-1948-9EBD-02110C7CC89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745F89A6-18DC-5D54-AD1E-DB045747406C}"/>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5" name="Footer Placeholder 4">
            <a:extLst>
              <a:ext uri="{FF2B5EF4-FFF2-40B4-BE49-F238E27FC236}">
                <a16:creationId xmlns:a16="http://schemas.microsoft.com/office/drawing/2014/main" id="{9527EB7E-691A-4FE3-71DE-02772BF2868C}"/>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1556234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tegory_AWS-Cosmos-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2051C7E-3900-3D47-BA06-C45A775AC5C5}"/>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5195DDB9-D31A-2698-9E06-EDBA420408B1}"/>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549BC9C4-5B16-0446-1707-A098531C834D}"/>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7AFB4B64-1C05-8022-8062-CE396DA9A90A}"/>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12178027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cons_AWS-Cosmos-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D487056-54C9-3C44-8A0E-E8A0308AD2EC}"/>
              </a:ext>
            </a:extLst>
          </p:cNvPr>
          <p:cNvSpPr/>
          <p:nvPr userDrawn="1"/>
        </p:nvSpPr>
        <p:spPr>
          <a:xfrm>
            <a:off x="0" y="1009650"/>
            <a:ext cx="12191996"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769FAB93-C1F2-A245-90B4-C96C9D1826D2}"/>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4F0D628E-4994-3E4C-AFDD-4A6F01ABA79D}"/>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E483B396-C225-9E4D-8732-D5FC98F01E48}"/>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5DB3A17-29D7-3A45-ACDB-C1245E165449}"/>
              </a:ext>
            </a:extLst>
          </p:cNvPr>
          <p:cNvSpPr/>
          <p:nvPr userDrawn="1"/>
        </p:nvSpPr>
        <p:spPr>
          <a:xfrm>
            <a:off x="0" y="0"/>
            <a:ext cx="12191999" cy="6857999"/>
          </a:xfrm>
          <a:prstGeom prst="rect">
            <a:avLst/>
          </a:prstGeom>
          <a:noFill/>
          <a:ln w="177800">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F12AE10E-078F-804F-9AD5-CDE64C853CCC}"/>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4D0CF192-8158-0693-458E-D0BD5278EFE6}"/>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C41C9672-9F35-D403-7E93-A3EAF1A26E6E}"/>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4782707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ategory_AWS-Endor-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73C5A5-FEA2-6F41-A1B4-E8FDB998D476}"/>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88FE23E1-65D3-108F-B7F0-D0FA7F50C02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7076095-762D-BE68-015D-91DF4C459DD2}"/>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E64B0985-E6AB-7E04-B155-7041E50767B8}"/>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355058155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cons_AWS-Endor-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6512C27-F57D-C04D-8C2E-2FBCFAEFE9E8}"/>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FAE0B215-B435-A046-AB52-3AC5CD6CB093}"/>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BB3FCFCA-86E9-6843-BBC5-696B46773C5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E90F07F7-0ACA-744C-8676-DDDFF0EDD79A}"/>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9AB1F7AC-1D02-F24E-80FB-3513723974A8}"/>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7ED2BE29-5008-2D62-A19B-811CC5BEDF3A}"/>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9242A501-CFBB-7A93-52F3-AB8E94687A2C}"/>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70462926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torage-Classes_AWS-Endor-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46AA92-8B71-8343-AF02-BAEECFD8F9E8}"/>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C66A8FD4-AEDF-F246-ACD7-A4642BCCBDE8}"/>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A6DB7508-B76E-E744-9C55-928286936635}"/>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Storage Classes</a:t>
            </a:r>
          </a:p>
        </p:txBody>
      </p:sp>
      <p:cxnSp>
        <p:nvCxnSpPr>
          <p:cNvPr id="7" name="Straight Connector 6">
            <a:extLst>
              <a:ext uri="{FF2B5EF4-FFF2-40B4-BE49-F238E27FC236}">
                <a16:creationId xmlns:a16="http://schemas.microsoft.com/office/drawing/2014/main" id="{EB7DB5F5-A7AF-224D-AD0A-3017FEAC6807}"/>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41A0A26-7D8D-E34A-A375-337900A8134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Title 1">
            <a:extLst>
              <a:ext uri="{FF2B5EF4-FFF2-40B4-BE49-F238E27FC236}">
                <a16:creationId xmlns:a16="http://schemas.microsoft.com/office/drawing/2014/main" id="{0EE8DD8F-3E33-DE49-A6C4-85510AAE5192}"/>
              </a:ext>
            </a:extLst>
          </p:cNvPr>
          <p:cNvSpPr txBox="1">
            <a:spLocks/>
          </p:cNvSpPr>
          <p:nvPr userDrawn="1"/>
        </p:nvSpPr>
        <p:spPr>
          <a:xfrm>
            <a:off x="241300" y="44196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877A8E09-3949-0C42-F238-4E96EA21F599}"/>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10" name="Footer Placeholder 9">
            <a:extLst>
              <a:ext uri="{FF2B5EF4-FFF2-40B4-BE49-F238E27FC236}">
                <a16:creationId xmlns:a16="http://schemas.microsoft.com/office/drawing/2014/main" id="{C7A0009A-07A1-B192-98C1-30731D62BA5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40806341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oT-Resources_AWS-Endor-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CC60938-B1D7-7642-B1A2-9236489D4F1E}"/>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IoT Resources</a:t>
            </a:r>
          </a:p>
        </p:txBody>
      </p:sp>
      <p:cxnSp>
        <p:nvCxnSpPr>
          <p:cNvPr id="6" name="Straight Connector 5">
            <a:extLst>
              <a:ext uri="{FF2B5EF4-FFF2-40B4-BE49-F238E27FC236}">
                <a16:creationId xmlns:a16="http://schemas.microsoft.com/office/drawing/2014/main" id="{E942122E-0449-9146-A319-D11DF60C4F51}"/>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C2C7E85-0D8D-A349-9C99-2B876764A290}"/>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EED97408-F4F0-7E99-C730-19F388F4D2E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A1692BB6-3B05-1293-CC06-6FDE3455017D}"/>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21558318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oT-Things_AWS-Endor-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3DE121C-6773-A942-87BC-F4D427316A9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IoT Things</a:t>
            </a:r>
          </a:p>
        </p:txBody>
      </p:sp>
      <p:cxnSp>
        <p:nvCxnSpPr>
          <p:cNvPr id="6" name="Straight Connector 5">
            <a:extLst>
              <a:ext uri="{FF2B5EF4-FFF2-40B4-BE49-F238E27FC236}">
                <a16:creationId xmlns:a16="http://schemas.microsoft.com/office/drawing/2014/main" id="{50F07151-3D39-D647-9EC4-468CD751516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4758A11D-69A8-0C48-B5B1-2F07EB49825B}"/>
              </a:ext>
            </a:extLst>
          </p:cNvPr>
          <p:cNvSpPr/>
          <p:nvPr userDrawn="1"/>
        </p:nvSpPr>
        <p:spPr>
          <a:xfrm>
            <a:off x="0" y="0"/>
            <a:ext cx="12191999" cy="6857999"/>
          </a:xfrm>
          <a:prstGeom prst="rect">
            <a:avLst/>
          </a:prstGeom>
          <a:noFill/>
          <a:ln w="177800">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4B1180FA-C20F-4340-836A-5B39546E465E}"/>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DE6B9F3D-6443-1422-0F09-2FC88B70556E}"/>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07DD450F-B073-2724-EFAB-1458FF83F7D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028831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ategory_AWS-Smile-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4734F41-1E91-BB44-8DB4-8C7590A467BD}"/>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709D418F-7ECB-AD5F-D0C7-A97A145050F2}"/>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1E6EA197-D7E8-786F-1AA3-1FACE65C25CC}"/>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E87719DA-11C0-89F7-1183-23DEE88B92BC}"/>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252672830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cons_AWS-Smile-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8F773F9-4F99-D942-BEBB-1593505C68C1}"/>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1AF5CCA0-0690-374D-8772-DEF02BD7F54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3BC98EB3-F74A-FD47-AF5D-6FDD457384E6}"/>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CDEDFC34-7FFC-F543-BA55-50C9C7C48B26}"/>
              </a:ext>
            </a:extLst>
          </p:cNvPr>
          <p:cNvCxnSpPr>
            <a:cxnSpLocks/>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D97EA81C-3417-9A44-BB8E-31157C34FEB0}"/>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5" name="Text Placeholder 23">
            <a:extLst>
              <a:ext uri="{FF2B5EF4-FFF2-40B4-BE49-F238E27FC236}">
                <a16:creationId xmlns:a16="http://schemas.microsoft.com/office/drawing/2014/main" id="{62A62E79-E4B4-554D-B049-F72881B22BC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F4A7C87C-AFEA-994A-5677-D6E0BF66DFCF}"/>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F52EE44F-067B-DDFC-C61E-4E445447410A}"/>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62336873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Res_Instances_AWS-Smile-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F41C06-25C4-FE46-A47C-4B60AE628A89}"/>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98499298-BDCA-EC42-BE59-1F8672E5252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461EB6ED-D795-1747-A446-1C4C0434D810}"/>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7378119F-F6F8-D44F-8ABE-419D35451573}"/>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8B257808-C612-7942-9E1F-FF677A089C7C}"/>
              </a:ext>
            </a:extLst>
          </p:cNvPr>
          <p:cNvSpPr/>
          <p:nvPr userDrawn="1"/>
        </p:nvSpPr>
        <p:spPr>
          <a:xfrm>
            <a:off x="0" y="0"/>
            <a:ext cx="12191999" cy="6857999"/>
          </a:xfrm>
          <a:prstGeom prst="rect">
            <a:avLst/>
          </a:prstGeom>
          <a:noFill/>
          <a:ln w="177800">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9" name="Text Placeholder 23">
            <a:extLst>
              <a:ext uri="{FF2B5EF4-FFF2-40B4-BE49-F238E27FC236}">
                <a16:creationId xmlns:a16="http://schemas.microsoft.com/office/drawing/2014/main" id="{51C8E2B8-601E-1A45-AFD4-63CA944F4CA1}"/>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14" name="Title 1">
            <a:extLst>
              <a:ext uri="{FF2B5EF4-FFF2-40B4-BE49-F238E27FC236}">
                <a16:creationId xmlns:a16="http://schemas.microsoft.com/office/drawing/2014/main" id="{FE489E1A-1BF1-F242-86E2-9807F29A1BEB}"/>
              </a:ext>
            </a:extLst>
          </p:cNvPr>
          <p:cNvSpPr txBox="1">
            <a:spLocks/>
          </p:cNvSpPr>
          <p:nvPr userDrawn="1"/>
        </p:nvSpPr>
        <p:spPr>
          <a:xfrm>
            <a:off x="241300" y="4049487"/>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Instances</a:t>
            </a:r>
          </a:p>
        </p:txBody>
      </p:sp>
      <p:sp>
        <p:nvSpPr>
          <p:cNvPr id="3" name="Slide Number Placeholder 2">
            <a:extLst>
              <a:ext uri="{FF2B5EF4-FFF2-40B4-BE49-F238E27FC236}">
                <a16:creationId xmlns:a16="http://schemas.microsoft.com/office/drawing/2014/main" id="{E2D6D495-0407-CD1E-7CF2-B5727772E034}"/>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2181C349-28A5-9EA2-5AD9-07AE81A15BF5}"/>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5919609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ategory_AWS-Mars-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7C9EBA-6CEA-D94E-918D-9DD6990AE6A3}"/>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92D7B292-2800-583D-9EDE-02771F81661C}"/>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4A38E266-EB39-0A9E-C76A-053B4434F354}"/>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6D344EBE-C5DD-42C9-0773-5EF03139806B}"/>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61539466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cons_AWS-Mars-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0E300FE-0BEC-454E-9226-4BF426763D48}"/>
              </a:ext>
            </a:extLst>
          </p:cNvPr>
          <p:cNvSpPr/>
          <p:nvPr userDrawn="1"/>
        </p:nvSpPr>
        <p:spPr>
          <a:xfrm>
            <a:off x="0" y="1009650"/>
            <a:ext cx="12192000"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4C2F67B6-6C8E-C641-86AA-C2F4428DDFA6}"/>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8BBDD403-20C7-4B41-9D7D-4F367D174F2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871A8823-AC99-5D48-BD49-9E36441E3815}"/>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BB803129-AEB7-3747-880F-67B9DA5EADCD}"/>
              </a:ext>
            </a:extLst>
          </p:cNvPr>
          <p:cNvSpPr/>
          <p:nvPr userDrawn="1"/>
        </p:nvSpPr>
        <p:spPr>
          <a:xfrm>
            <a:off x="0" y="0"/>
            <a:ext cx="12191999" cy="6857999"/>
          </a:xfrm>
          <a:prstGeom prst="rect">
            <a:avLst/>
          </a:prstGeom>
          <a:noFill/>
          <a:ln w="177800">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734B9127-FC3D-9845-AB17-D6D8304C65C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AA6F7325-7C1E-09BA-9DE1-BB358065CDD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A243F37E-BEB7-9CA9-4E15-9F6907D9A54E}"/>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32233377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ategory_AWS-Nebula-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9CC7A7B-72BF-2148-B160-EA5B32411469}"/>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16628AE4-430E-D97E-BAB2-7E97E952C247}"/>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02214BB-2C3F-E1E5-BDD0-C67B8300112A}"/>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9E8E3023-FCBD-DC65-9C52-8350A86354BA}"/>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20997362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cons_AWS-Nebula-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0783BA-5DA2-994D-A7B2-8BDAECAFA190}"/>
              </a:ext>
            </a:extLst>
          </p:cNvPr>
          <p:cNvSpPr/>
          <p:nvPr userDrawn="1"/>
        </p:nvSpPr>
        <p:spPr>
          <a:xfrm>
            <a:off x="0" y="1009650"/>
            <a:ext cx="12191994"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59EAF9B0-BE56-6748-B94F-D6A648A817D0}"/>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2E90A3CE-0CBA-E54C-B9E6-033E9469194E}"/>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82471B9F-0CD6-C044-9881-BAE1BF200229}"/>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A737E2-E92D-E84A-8C9E-5B00074EEFC1}"/>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E77D7BF4-5C9B-4B50-0688-107EBA9E396B}"/>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26A55216-35F8-604A-0178-35EDF978E440}"/>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339993514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Resource-Icons_AWS-Nebula-500">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C40F516-D969-6E4E-BF93-CCA70344A631}"/>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6" name="Straight Connector 5">
            <a:extLst>
              <a:ext uri="{FF2B5EF4-FFF2-40B4-BE49-F238E27FC236}">
                <a16:creationId xmlns:a16="http://schemas.microsoft.com/office/drawing/2014/main" id="{7DFF49B2-D892-0D45-AB42-3AAD67C3E792}"/>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90370AE6-5FDC-E344-AF35-B06C2A21DEA6}"/>
              </a:ext>
            </a:extLst>
          </p:cNvPr>
          <p:cNvSpPr/>
          <p:nvPr userDrawn="1"/>
        </p:nvSpPr>
        <p:spPr>
          <a:xfrm>
            <a:off x="0" y="0"/>
            <a:ext cx="12191999" cy="6857999"/>
          </a:xfrm>
          <a:prstGeom prst="rect">
            <a:avLst/>
          </a:prstGeom>
          <a:noFill/>
          <a:ln w="177800">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ED6FDA10-67FD-9241-9D4E-DBA923DCBE38}"/>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BA6B5FC3-AE52-19A7-6F8A-323718978F2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8" name="Footer Placeholder 7">
            <a:extLst>
              <a:ext uri="{FF2B5EF4-FFF2-40B4-BE49-F238E27FC236}">
                <a16:creationId xmlns:a16="http://schemas.microsoft.com/office/drawing/2014/main" id="{B406D92E-6025-F398-40DC-9469712D631D}"/>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142019697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ategory_AWS-Orbit-500">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FBE0FF0-DD9B-4D4C-8D49-958F9D7B538D}"/>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6" name="Slide Number Placeholder 5">
            <a:extLst>
              <a:ext uri="{FF2B5EF4-FFF2-40B4-BE49-F238E27FC236}">
                <a16:creationId xmlns:a16="http://schemas.microsoft.com/office/drawing/2014/main" id="{39CEB0F6-1D91-81B8-A937-F1A989006E8D}"/>
              </a:ext>
            </a:extLst>
          </p:cNvPr>
          <p:cNvSpPr>
            <a:spLocks noGrp="1"/>
          </p:cNvSpPr>
          <p:nvPr>
            <p:ph type="sldNum" sz="quarter" idx="10"/>
          </p:nvPr>
        </p:nvSpPr>
        <p:spPr/>
        <p:txBody>
          <a:bodyPr/>
          <a:lstStyle/>
          <a:p>
            <a:fld id="{EB4B8DE2-A4E8-46E4-8BBF-D75455EFF32C}" type="slidenum">
              <a:rPr lang="en-US" smtClean="0"/>
              <a:pPr/>
              <a:t>‹#›</a:t>
            </a:fld>
            <a:endParaRPr lang="en-US"/>
          </a:p>
        </p:txBody>
      </p:sp>
      <p:sp>
        <p:nvSpPr>
          <p:cNvPr id="4" name="Footer Placeholder 3">
            <a:extLst>
              <a:ext uri="{FF2B5EF4-FFF2-40B4-BE49-F238E27FC236}">
                <a16:creationId xmlns:a16="http://schemas.microsoft.com/office/drawing/2014/main" id="{87E65EC2-65B2-F233-2399-B91B20DC8930}"/>
              </a:ext>
            </a:extLst>
          </p:cNvPr>
          <p:cNvSpPr>
            <a:spLocks noGrp="1"/>
          </p:cNvSpPr>
          <p:nvPr>
            <p:ph type="ftr" sz="quarter" idx="11"/>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
        <p:nvSpPr>
          <p:cNvPr id="5" name="Title 1">
            <a:extLst>
              <a:ext uri="{FF2B5EF4-FFF2-40B4-BE49-F238E27FC236}">
                <a16:creationId xmlns:a16="http://schemas.microsoft.com/office/drawing/2014/main" id="{221B69D6-D4A2-83BE-46E9-1295904E1746}"/>
              </a:ext>
            </a:extLst>
          </p:cNvPr>
          <p:cNvSpPr>
            <a:spLocks noGrp="1"/>
          </p:cNvSpPr>
          <p:nvPr>
            <p:ph type="ctrTitle"/>
          </p:nvPr>
        </p:nvSpPr>
        <p:spPr>
          <a:xfrm>
            <a:off x="291226" y="2069559"/>
            <a:ext cx="8195549" cy="2251180"/>
          </a:xfrm>
        </p:spPr>
        <p:txBody>
          <a:bodyPr anchor="b"/>
          <a:lstStyle>
            <a:lvl1pPr algn="l">
              <a:defRPr sz="5400"/>
            </a:lvl1pPr>
          </a:lstStyle>
          <a:p>
            <a:endParaRPr lang="en-US"/>
          </a:p>
        </p:txBody>
      </p:sp>
    </p:spTree>
    <p:extLst>
      <p:ext uri="{BB962C8B-B14F-4D97-AF65-F5344CB8AC3E}">
        <p14:creationId xmlns:p14="http://schemas.microsoft.com/office/powerpoint/2010/main" val="103911370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cons_AWS-Orbit-500">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E2F0230-E8CE-DC44-BE47-8907F62C997D}"/>
              </a:ext>
            </a:extLst>
          </p:cNvPr>
          <p:cNvSpPr/>
          <p:nvPr userDrawn="1"/>
        </p:nvSpPr>
        <p:spPr>
          <a:xfrm>
            <a:off x="0" y="1009650"/>
            <a:ext cx="12191998" cy="1557338"/>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 name="Title 1">
            <a:extLst>
              <a:ext uri="{FF2B5EF4-FFF2-40B4-BE49-F238E27FC236}">
                <a16:creationId xmlns:a16="http://schemas.microsoft.com/office/drawing/2014/main" id="{E08B11CB-640D-E043-BAF5-A0C13F493AD5}"/>
              </a:ext>
            </a:extLst>
          </p:cNvPr>
          <p:cNvSpPr txBox="1">
            <a:spLocks/>
          </p:cNvSpPr>
          <p:nvPr userDrawn="1"/>
        </p:nvSpPr>
        <p:spPr>
          <a:xfrm>
            <a:off x="241300" y="1465263"/>
            <a:ext cx="1905000" cy="644525"/>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Service Icons</a:t>
            </a:r>
          </a:p>
        </p:txBody>
      </p:sp>
      <p:sp>
        <p:nvSpPr>
          <p:cNvPr id="6" name="Title 1">
            <a:extLst>
              <a:ext uri="{FF2B5EF4-FFF2-40B4-BE49-F238E27FC236}">
                <a16:creationId xmlns:a16="http://schemas.microsoft.com/office/drawing/2014/main" id="{3B3AE031-14EA-8D40-9418-E068CFCCEE63}"/>
              </a:ext>
            </a:extLst>
          </p:cNvPr>
          <p:cNvSpPr txBox="1">
            <a:spLocks/>
          </p:cNvSpPr>
          <p:nvPr userDrawn="1"/>
        </p:nvSpPr>
        <p:spPr>
          <a:xfrm>
            <a:off x="241300" y="2844800"/>
            <a:ext cx="1905000" cy="642938"/>
          </a:xfrm>
          <a:prstGeom prst="rect">
            <a:avLst/>
          </a:prstGeom>
        </p:spPr>
        <p:txBody>
          <a:bodyPr anchor="ctr">
            <a:normAutofit/>
          </a:bodyPr>
          <a:lstStyle>
            <a:lvl1pPr algn="l" defTabSz="914400" rtl="0" eaLnBrk="1" latinLnBrk="0" hangingPunct="1">
              <a:lnSpc>
                <a:spcPct val="90000"/>
              </a:lnSpc>
              <a:spcBef>
                <a:spcPct val="0"/>
              </a:spcBef>
              <a:buNone/>
              <a:defRPr sz="2800" b="1" i="0" kern="1200">
                <a:solidFill>
                  <a:srgbClr val="161E2D"/>
                </a:solidFill>
                <a:latin typeface="Arial" panose="020B0604020202020204" pitchFamily="34" charset="0"/>
                <a:ea typeface="+mj-ea"/>
                <a:cs typeface="Arial" panose="020B0604020202020204" pitchFamily="34" charset="0"/>
              </a:defRPr>
            </a:lvl1pPr>
          </a:lstStyle>
          <a:p>
            <a:pPr fontAlgn="auto">
              <a:spcAft>
                <a:spcPts val="0"/>
              </a:spcAft>
              <a:defRPr/>
            </a:pPr>
            <a:r>
              <a:rPr lang="en-US" sz="1600">
                <a:solidFill>
                  <a:schemeClr val="bg1"/>
                </a:solidFill>
              </a:rPr>
              <a:t>Resource Icons</a:t>
            </a:r>
          </a:p>
        </p:txBody>
      </p:sp>
      <p:cxnSp>
        <p:nvCxnSpPr>
          <p:cNvPr id="7" name="Straight Connector 6">
            <a:extLst>
              <a:ext uri="{FF2B5EF4-FFF2-40B4-BE49-F238E27FC236}">
                <a16:creationId xmlns:a16="http://schemas.microsoft.com/office/drawing/2014/main" id="{DC3153ED-10FE-2541-95D5-3FFD37931226}"/>
              </a:ext>
            </a:extLst>
          </p:cNvPr>
          <p:cNvCxnSpPr/>
          <p:nvPr userDrawn="1"/>
        </p:nvCxnSpPr>
        <p:spPr>
          <a:xfrm>
            <a:off x="2225675" y="1009650"/>
            <a:ext cx="0" cy="4913313"/>
          </a:xfrm>
          <a:prstGeom prst="line">
            <a:avLst/>
          </a:prstGeom>
          <a:ln w="12700">
            <a:solidFill>
              <a:srgbClr val="D5DBDB"/>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2014E3DB-720E-E740-82E3-A1F043489F17}"/>
              </a:ext>
            </a:extLst>
          </p:cNvPr>
          <p:cNvSpPr/>
          <p:nvPr userDrawn="1"/>
        </p:nvSpPr>
        <p:spPr>
          <a:xfrm>
            <a:off x="0" y="0"/>
            <a:ext cx="12191999" cy="6857999"/>
          </a:xfrm>
          <a:prstGeom prst="rect">
            <a:avLst/>
          </a:prstGeom>
          <a:noFill/>
          <a:ln w="177800">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 name="Title 1">
            <a:extLst>
              <a:ext uri="{FF2B5EF4-FFF2-40B4-BE49-F238E27FC236}">
                <a16:creationId xmlns:a16="http://schemas.microsoft.com/office/drawing/2014/main" id="{731741B9-36A8-7F42-B249-EE338A1BD3A3}"/>
              </a:ext>
            </a:extLst>
          </p:cNvPr>
          <p:cNvSpPr>
            <a:spLocks noGrp="1"/>
          </p:cNvSpPr>
          <p:nvPr>
            <p:ph type="title"/>
          </p:nvPr>
        </p:nvSpPr>
        <p:spPr>
          <a:xfrm>
            <a:off x="240941" y="365126"/>
            <a:ext cx="8638016" cy="644278"/>
          </a:xfrm>
        </p:spPr>
        <p:txBody>
          <a:bodyPr/>
          <a:lstStyle/>
          <a:p>
            <a:endParaRPr lang="en-US"/>
          </a:p>
        </p:txBody>
      </p:sp>
      <p:sp>
        <p:nvSpPr>
          <p:cNvPr id="13" name="Text Placeholder 23">
            <a:extLst>
              <a:ext uri="{FF2B5EF4-FFF2-40B4-BE49-F238E27FC236}">
                <a16:creationId xmlns:a16="http://schemas.microsoft.com/office/drawing/2014/main" id="{F1ACC603-6326-454F-8DB6-8BB023F9A082}"/>
              </a:ext>
            </a:extLst>
          </p:cNvPr>
          <p:cNvSpPr>
            <a:spLocks noGrp="1"/>
          </p:cNvSpPr>
          <p:nvPr>
            <p:ph type="body" sz="quarter" idx="10"/>
          </p:nvPr>
        </p:nvSpPr>
        <p:spPr>
          <a:xfrm>
            <a:off x="10322751" y="365125"/>
            <a:ext cx="1628307" cy="644525"/>
          </a:xfrm>
        </p:spPr>
        <p:txBody>
          <a:bodyPr>
            <a:normAutofit/>
          </a:bodyPr>
          <a:lstStyle>
            <a:lvl1pPr algn="r">
              <a:defRPr sz="1800"/>
            </a:lvl1pPr>
          </a:lstStyle>
          <a:p>
            <a:pPr lvl="0"/>
            <a:r>
              <a:rPr lang="en-US"/>
              <a:t>Edit Master text styles</a:t>
            </a:r>
          </a:p>
        </p:txBody>
      </p:sp>
      <p:sp>
        <p:nvSpPr>
          <p:cNvPr id="3" name="Slide Number Placeholder 2">
            <a:extLst>
              <a:ext uri="{FF2B5EF4-FFF2-40B4-BE49-F238E27FC236}">
                <a16:creationId xmlns:a16="http://schemas.microsoft.com/office/drawing/2014/main" id="{47B46F3E-9AF6-1A67-72BD-4E356152EE42}"/>
              </a:ext>
            </a:extLst>
          </p:cNvPr>
          <p:cNvSpPr>
            <a:spLocks noGrp="1"/>
          </p:cNvSpPr>
          <p:nvPr>
            <p:ph type="sldNum" sz="quarter" idx="11"/>
          </p:nvPr>
        </p:nvSpPr>
        <p:spPr/>
        <p:txBody>
          <a:bodyPr/>
          <a:lstStyle/>
          <a:p>
            <a:fld id="{EB4B8DE2-A4E8-46E4-8BBF-D75455EFF32C}" type="slidenum">
              <a:rPr lang="en-US" smtClean="0"/>
              <a:pPr/>
              <a:t>‹#›</a:t>
            </a:fld>
            <a:endParaRPr lang="en-US"/>
          </a:p>
        </p:txBody>
      </p:sp>
      <p:sp>
        <p:nvSpPr>
          <p:cNvPr id="9" name="Footer Placeholder 8">
            <a:extLst>
              <a:ext uri="{FF2B5EF4-FFF2-40B4-BE49-F238E27FC236}">
                <a16:creationId xmlns:a16="http://schemas.microsoft.com/office/drawing/2014/main" id="{D9E05E46-9741-B3CF-1195-89E912118D3A}"/>
              </a:ext>
            </a:extLst>
          </p:cNvPr>
          <p:cNvSpPr>
            <a:spLocks noGrp="1"/>
          </p:cNvSpPr>
          <p:nvPr>
            <p:ph type="ftr" sz="quarter" idx="12"/>
          </p:nvPr>
        </p:nvSpPr>
        <p:spPr/>
        <p:txBody>
          <a:bodyPr/>
          <a:lstStyle/>
          <a:p>
            <a:r>
              <a:rPr lang="en-US">
                <a:latin typeface="Arial" panose="020B0604020202020204" pitchFamily="34" charset="0"/>
                <a:cs typeface="Arial" panose="020B0604020202020204" pitchFamily="34" charset="0"/>
              </a:rPr>
              <a:t>© 2023, Amazon Web Services, Inc. or its affiliates.</a:t>
            </a:r>
          </a:p>
        </p:txBody>
      </p:sp>
    </p:spTree>
    <p:extLst>
      <p:ext uri="{BB962C8B-B14F-4D97-AF65-F5344CB8AC3E}">
        <p14:creationId xmlns:p14="http://schemas.microsoft.com/office/powerpoint/2010/main" val="290173409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51571749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177426900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8.xml"/><Relationship Id="rId18" Type="http://schemas.openxmlformats.org/officeDocument/2006/relationships/slideLayout" Target="../slideLayouts/slideLayout53.xml"/><Relationship Id="rId26" Type="http://schemas.openxmlformats.org/officeDocument/2006/relationships/slideLayout" Target="../slideLayouts/slideLayout61.xml"/><Relationship Id="rId21" Type="http://schemas.openxmlformats.org/officeDocument/2006/relationships/slideLayout" Target="../slideLayouts/slideLayout56.xml"/><Relationship Id="rId34" Type="http://schemas.openxmlformats.org/officeDocument/2006/relationships/slideLayout" Target="../slideLayouts/slideLayout69.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17" Type="http://schemas.openxmlformats.org/officeDocument/2006/relationships/slideLayout" Target="../slideLayouts/slideLayout52.xml"/><Relationship Id="rId25" Type="http://schemas.openxmlformats.org/officeDocument/2006/relationships/slideLayout" Target="../slideLayouts/slideLayout60.xml"/><Relationship Id="rId33" Type="http://schemas.openxmlformats.org/officeDocument/2006/relationships/slideLayout" Target="../slideLayouts/slideLayout68.xml"/><Relationship Id="rId38" Type="http://schemas.openxmlformats.org/officeDocument/2006/relationships/image" Target="../media/image5.png"/><Relationship Id="rId2" Type="http://schemas.openxmlformats.org/officeDocument/2006/relationships/slideLayout" Target="../slideLayouts/slideLayout37.xml"/><Relationship Id="rId16" Type="http://schemas.openxmlformats.org/officeDocument/2006/relationships/slideLayout" Target="../slideLayouts/slideLayout51.xml"/><Relationship Id="rId20" Type="http://schemas.openxmlformats.org/officeDocument/2006/relationships/slideLayout" Target="../slideLayouts/slideLayout55.xml"/><Relationship Id="rId29" Type="http://schemas.openxmlformats.org/officeDocument/2006/relationships/slideLayout" Target="../slideLayouts/slideLayout64.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24" Type="http://schemas.openxmlformats.org/officeDocument/2006/relationships/slideLayout" Target="../slideLayouts/slideLayout59.xml"/><Relationship Id="rId32" Type="http://schemas.openxmlformats.org/officeDocument/2006/relationships/slideLayout" Target="../slideLayouts/slideLayout67.xml"/><Relationship Id="rId37" Type="http://schemas.openxmlformats.org/officeDocument/2006/relationships/theme" Target="../theme/theme2.xml"/><Relationship Id="rId5" Type="http://schemas.openxmlformats.org/officeDocument/2006/relationships/slideLayout" Target="../slideLayouts/slideLayout40.xml"/><Relationship Id="rId15" Type="http://schemas.openxmlformats.org/officeDocument/2006/relationships/slideLayout" Target="../slideLayouts/slideLayout50.xml"/><Relationship Id="rId23" Type="http://schemas.openxmlformats.org/officeDocument/2006/relationships/slideLayout" Target="../slideLayouts/slideLayout58.xml"/><Relationship Id="rId28" Type="http://schemas.openxmlformats.org/officeDocument/2006/relationships/slideLayout" Target="../slideLayouts/slideLayout63.xml"/><Relationship Id="rId36" Type="http://schemas.openxmlformats.org/officeDocument/2006/relationships/slideLayout" Target="../slideLayouts/slideLayout71.xml"/><Relationship Id="rId10" Type="http://schemas.openxmlformats.org/officeDocument/2006/relationships/slideLayout" Target="../slideLayouts/slideLayout45.xml"/><Relationship Id="rId19" Type="http://schemas.openxmlformats.org/officeDocument/2006/relationships/slideLayout" Target="../slideLayouts/slideLayout54.xml"/><Relationship Id="rId31" Type="http://schemas.openxmlformats.org/officeDocument/2006/relationships/slideLayout" Target="../slideLayouts/slideLayout66.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slideLayout" Target="../slideLayouts/slideLayout49.xml"/><Relationship Id="rId22" Type="http://schemas.openxmlformats.org/officeDocument/2006/relationships/slideLayout" Target="../slideLayouts/slideLayout57.xml"/><Relationship Id="rId27" Type="http://schemas.openxmlformats.org/officeDocument/2006/relationships/slideLayout" Target="../slideLayouts/slideLayout62.xml"/><Relationship Id="rId30" Type="http://schemas.openxmlformats.org/officeDocument/2006/relationships/slideLayout" Target="../slideLayouts/slideLayout65.xml"/><Relationship Id="rId35" Type="http://schemas.openxmlformats.org/officeDocument/2006/relationships/slideLayout" Target="../slideLayouts/slideLayout70.xml"/><Relationship Id="rId8" Type="http://schemas.openxmlformats.org/officeDocument/2006/relationships/slideLayout" Target="../slideLayouts/slideLayout43.xml"/><Relationship Id="rId3"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11C473C-44BA-054B-B271-D3751D073C48}"/>
              </a:ext>
            </a:extLst>
          </p:cNvPr>
          <p:cNvSpPr>
            <a:spLocks noGrp="1" noChangeArrowheads="1"/>
          </p:cNvSpPr>
          <p:nvPr>
            <p:ph type="title"/>
          </p:nvPr>
        </p:nvSpPr>
        <p:spPr bwMode="auto">
          <a:xfrm>
            <a:off x="241300" y="365125"/>
            <a:ext cx="117094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604AFDB-588D-E24E-89EC-AD90383CE474}"/>
              </a:ext>
            </a:extLst>
          </p:cNvPr>
          <p:cNvSpPr>
            <a:spLocks noGrp="1" noChangeArrowheads="1"/>
          </p:cNvSpPr>
          <p:nvPr>
            <p:ph type="body" idx="1"/>
          </p:nvPr>
        </p:nvSpPr>
        <p:spPr bwMode="auto">
          <a:xfrm>
            <a:off x="241300" y="1176338"/>
            <a:ext cx="117094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p:txBody>
      </p:sp>
      <p:sp>
        <p:nvSpPr>
          <p:cNvPr id="2" name="Slide Number Placeholder 5">
            <a:extLst>
              <a:ext uri="{FF2B5EF4-FFF2-40B4-BE49-F238E27FC236}">
                <a16:creationId xmlns:a16="http://schemas.microsoft.com/office/drawing/2014/main" id="{56B8CE38-9F29-7D57-6505-1D5D478DA6B5}"/>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tx2"/>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pic>
        <p:nvPicPr>
          <p:cNvPr id="3" name="Picture 2">
            <a:extLst>
              <a:ext uri="{FF2B5EF4-FFF2-40B4-BE49-F238E27FC236}">
                <a16:creationId xmlns:a16="http://schemas.microsoft.com/office/drawing/2014/main" id="{987B2FC3-8AFF-AC61-2B5F-77B181CF3F3C}"/>
              </a:ext>
            </a:extLst>
          </p:cNvPr>
          <p:cNvPicPr>
            <a:picLocks noChangeAspect="1"/>
          </p:cNvPicPr>
          <p:nvPr userDrawn="1"/>
        </p:nvPicPr>
        <p:blipFill>
          <a:blip r:embed="rId37">
            <a:extLst>
              <a:ext uri="{28A0092B-C50C-407E-A947-70E740481C1C}">
                <a14:useLocalDpi xmlns:a14="http://schemas.microsoft.com/office/drawing/2010/main" val="0"/>
              </a:ext>
            </a:extLst>
          </a:blip>
          <a:stretch>
            <a:fillRect/>
          </a:stretch>
        </p:blipFill>
        <p:spPr>
          <a:xfrm>
            <a:off x="336720" y="6338002"/>
            <a:ext cx="365760" cy="219048"/>
          </a:xfrm>
          <a:prstGeom prst="rect">
            <a:avLst/>
          </a:prstGeom>
        </p:spPr>
      </p:pic>
      <p:sp>
        <p:nvSpPr>
          <p:cNvPr id="8" name="Footer Placeholder 5">
            <a:extLst>
              <a:ext uri="{FF2B5EF4-FFF2-40B4-BE49-F238E27FC236}">
                <a16:creationId xmlns:a16="http://schemas.microsoft.com/office/drawing/2014/main" id="{FC649E9B-1B14-03BC-223A-A73E4C2CBC46}"/>
              </a:ext>
            </a:extLst>
          </p:cNvPr>
          <p:cNvSpPr>
            <a:spLocks noGrp="1"/>
          </p:cNvSpPr>
          <p:nvPr>
            <p:ph type="ftr" sz="quarter" idx="3"/>
          </p:nvPr>
        </p:nvSpPr>
        <p:spPr>
          <a:xfrm>
            <a:off x="4038600" y="6289500"/>
            <a:ext cx="4114800" cy="365125"/>
          </a:xfrm>
          <a:prstGeom prst="rect">
            <a:avLst/>
          </a:prstGeom>
        </p:spPr>
        <p:txBody>
          <a:bodyPr vert="horz" lIns="91440" tIns="45720" rIns="91440" bIns="45720" rtlCol="0" anchor="ctr"/>
          <a:lstStyle>
            <a:lvl1pPr algn="ctr">
              <a:defRPr sz="600">
                <a:solidFill>
                  <a:schemeClr val="tx1"/>
                </a:solidFill>
              </a:defRPr>
            </a:lvl1pPr>
          </a:lstStyle>
          <a:p>
            <a:r>
              <a:rPr lang="en-US">
                <a:latin typeface="Arial" panose="020B0604020202020204" pitchFamily="34" charset="0"/>
                <a:cs typeface="Arial" panose="020B0604020202020204" pitchFamily="34" charset="0"/>
              </a:rPr>
              <a:t>© 2023, Amazon Web Services, Inc. or its affiliates.</a:t>
            </a:r>
          </a:p>
        </p:txBody>
      </p:sp>
    </p:spTree>
  </p:cSld>
  <p:clrMap bg1="lt1" tx1="dk1" bg2="lt2" tx2="dk2" accent1="accent1" accent2="accent2" accent3="accent3" accent4="accent4" accent5="accent5" accent6="accent6" hlink="hlink" folHlink="folHlink"/>
  <p:sldLayoutIdLst>
    <p:sldLayoutId id="2147483826" r:id="rId1"/>
    <p:sldLayoutId id="2147483824" r:id="rId2"/>
    <p:sldLayoutId id="2147483816" r:id="rId3"/>
    <p:sldLayoutId id="2147483822" r:id="rId4"/>
    <p:sldLayoutId id="2147483819" r:id="rId5"/>
    <p:sldLayoutId id="2147483823" r:id="rId6"/>
    <p:sldLayoutId id="2147483821" r:id="rId7"/>
    <p:sldLayoutId id="2147483817" r:id="rId8"/>
    <p:sldLayoutId id="2147483818" r:id="rId9"/>
    <p:sldLayoutId id="2147483785" r:id="rId10"/>
    <p:sldLayoutId id="2147483786" r:id="rId11"/>
    <p:sldLayoutId id="2147483787" r:id="rId12"/>
    <p:sldLayoutId id="2147483788" r:id="rId13"/>
    <p:sldLayoutId id="2147483789" r:id="rId14"/>
    <p:sldLayoutId id="2147483790" r:id="rId15"/>
    <p:sldLayoutId id="2147483791" r:id="rId16"/>
    <p:sldLayoutId id="2147483814" r:id="rId17"/>
    <p:sldLayoutId id="2147483792" r:id="rId18"/>
    <p:sldLayoutId id="2147483793" r:id="rId19"/>
    <p:sldLayoutId id="2147483794" r:id="rId20"/>
    <p:sldLayoutId id="2147483796" r:id="rId21"/>
    <p:sldLayoutId id="2147483795" r:id="rId22"/>
    <p:sldLayoutId id="2147483797" r:id="rId23"/>
    <p:sldLayoutId id="2147483798" r:id="rId24"/>
    <p:sldLayoutId id="2147483799" r:id="rId25"/>
    <p:sldLayoutId id="2147483800" r:id="rId26"/>
    <p:sldLayoutId id="2147483813" r:id="rId27"/>
    <p:sldLayoutId id="2147483803" r:id="rId28"/>
    <p:sldLayoutId id="2147483804" r:id="rId29"/>
    <p:sldLayoutId id="2147483805" r:id="rId30"/>
    <p:sldLayoutId id="2147483806" r:id="rId31"/>
    <p:sldLayoutId id="2147483807" r:id="rId32"/>
    <p:sldLayoutId id="2147483808" r:id="rId33"/>
    <p:sldLayoutId id="2147483809" r:id="rId34"/>
    <p:sldLayoutId id="2147483862" r:id="rId35"/>
  </p:sldLayoutIdLst>
  <p:hf hdr="0" dt="0"/>
  <p:txStyles>
    <p:titleStyle>
      <a:lvl1pPr algn="l" rtl="0" eaLnBrk="0" fontAlgn="base" hangingPunct="0">
        <a:lnSpc>
          <a:spcPct val="90000"/>
        </a:lnSpc>
        <a:spcBef>
          <a:spcPct val="0"/>
        </a:spcBef>
        <a:spcAft>
          <a:spcPct val="0"/>
        </a:spcAft>
        <a:defRPr sz="2800" b="1" kern="1200">
          <a:solidFill>
            <a:schemeClr val="tx2"/>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9pPr>
    </p:titleStyle>
    <p:bodyStyle>
      <a:lvl1pPr algn="l" rtl="0" eaLnBrk="0" fontAlgn="base" hangingPunct="0">
        <a:lnSpc>
          <a:spcPct val="100000"/>
        </a:lnSpc>
        <a:spcBef>
          <a:spcPts val="1000"/>
        </a:spcBef>
        <a:spcAft>
          <a:spcPct val="0"/>
        </a:spcAft>
        <a:buFont typeface="Arial" panose="020B0604020202020204" pitchFamily="34" charset="0"/>
        <a:defRPr sz="2400" kern="1200">
          <a:solidFill>
            <a:schemeClr val="tx2"/>
          </a:solidFill>
          <a:latin typeface="Arial" panose="020B0604020202020204" pitchFamily="34" charset="0"/>
          <a:ea typeface="+mn-ea"/>
          <a:cs typeface="Arial" panose="020B0604020202020204" pitchFamily="34" charset="0"/>
        </a:defRPr>
      </a:lvl1pPr>
      <a:lvl2pPr marL="457200" algn="l" rtl="0" eaLnBrk="0" fontAlgn="base" hangingPunct="0">
        <a:lnSpc>
          <a:spcPct val="100000"/>
        </a:lnSpc>
        <a:spcBef>
          <a:spcPts val="500"/>
        </a:spcBef>
        <a:spcAft>
          <a:spcPct val="0"/>
        </a:spcAft>
        <a:buFont typeface="Arial" panose="020B0604020202020204" pitchFamily="34" charset="0"/>
        <a:defRPr sz="2000" kern="1200">
          <a:solidFill>
            <a:schemeClr val="tx2"/>
          </a:solidFill>
          <a:latin typeface="Arial" panose="020B0604020202020204" pitchFamily="34" charset="0"/>
          <a:ea typeface="+mn-ea"/>
          <a:cs typeface="Arial" panose="020B0604020202020204" pitchFamily="34" charset="0"/>
        </a:defRPr>
      </a:lvl2pPr>
      <a:lvl3pPr marL="914400" algn="l" rtl="0" eaLnBrk="0" fontAlgn="base" hangingPunct="0">
        <a:lnSpc>
          <a:spcPct val="100000"/>
        </a:lnSpc>
        <a:spcBef>
          <a:spcPts val="500"/>
        </a:spcBef>
        <a:spcAft>
          <a:spcPct val="0"/>
        </a:spcAft>
        <a:buFont typeface="Arial" panose="020B0604020202020204" pitchFamily="34" charset="0"/>
        <a:defRPr kern="1200">
          <a:solidFill>
            <a:schemeClr val="tx2"/>
          </a:solidFill>
          <a:latin typeface="Arial" panose="020B0604020202020204" pitchFamily="34" charset="0"/>
          <a:ea typeface="+mn-ea"/>
          <a:cs typeface="Arial" panose="020B0604020202020204" pitchFamily="34" charset="0"/>
        </a:defRPr>
      </a:lvl3pPr>
      <a:lvl4pPr marL="1371600" algn="l" rtl="0" eaLnBrk="0" fontAlgn="base" hangingPunct="0">
        <a:lnSpc>
          <a:spcPct val="100000"/>
        </a:lnSpc>
        <a:spcBef>
          <a:spcPts val="500"/>
        </a:spcBef>
        <a:spcAft>
          <a:spcPct val="0"/>
        </a:spcAft>
        <a:buFont typeface="Arial" panose="020B0604020202020204" pitchFamily="34" charset="0"/>
        <a:defRPr sz="1600" kern="1200">
          <a:solidFill>
            <a:schemeClr val="tx2"/>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011C473C-44BA-054B-B271-D3751D073C48}"/>
              </a:ext>
            </a:extLst>
          </p:cNvPr>
          <p:cNvSpPr>
            <a:spLocks noGrp="1" noChangeArrowheads="1"/>
          </p:cNvSpPr>
          <p:nvPr>
            <p:ph type="title"/>
          </p:nvPr>
        </p:nvSpPr>
        <p:spPr bwMode="auto">
          <a:xfrm>
            <a:off x="241300" y="365125"/>
            <a:ext cx="11709400"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8604AFDB-588D-E24E-89EC-AD90383CE474}"/>
              </a:ext>
            </a:extLst>
          </p:cNvPr>
          <p:cNvSpPr>
            <a:spLocks noGrp="1" noChangeArrowheads="1"/>
          </p:cNvSpPr>
          <p:nvPr>
            <p:ph type="body" idx="1"/>
          </p:nvPr>
        </p:nvSpPr>
        <p:spPr bwMode="auto">
          <a:xfrm>
            <a:off x="241300" y="1176338"/>
            <a:ext cx="117094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p:txBody>
      </p:sp>
      <p:sp>
        <p:nvSpPr>
          <p:cNvPr id="2" name="Slide Number Placeholder 5">
            <a:extLst>
              <a:ext uri="{FF2B5EF4-FFF2-40B4-BE49-F238E27FC236}">
                <a16:creationId xmlns:a16="http://schemas.microsoft.com/office/drawing/2014/main" id="{56B8CE38-9F29-7D57-6505-1D5D478DA6B5}"/>
              </a:ext>
            </a:extLst>
          </p:cNvPr>
          <p:cNvSpPr>
            <a:spLocks noGrp="1"/>
          </p:cNvSpPr>
          <p:nvPr>
            <p:ph type="sldNum" sz="quarter" idx="4"/>
          </p:nvPr>
        </p:nvSpPr>
        <p:spPr>
          <a:xfrm>
            <a:off x="9112080" y="6289500"/>
            <a:ext cx="2743200" cy="365125"/>
          </a:xfrm>
          <a:prstGeom prst="rect">
            <a:avLst/>
          </a:prstGeom>
        </p:spPr>
        <p:txBody>
          <a:bodyPr vert="horz" lIns="91440" tIns="45720" rIns="91440" bIns="45720" rtlCol="0" anchor="ctr"/>
          <a:lstStyle>
            <a:lvl1pPr algn="r">
              <a:defRPr sz="900">
                <a:solidFill>
                  <a:schemeClr val="bg1"/>
                </a:solidFill>
                <a:latin typeface="Arial" panose="020B0604020202020204" pitchFamily="34" charset="0"/>
                <a:cs typeface="Arial" panose="020B0604020202020204" pitchFamily="34" charset="0"/>
              </a:defRPr>
            </a:lvl1pPr>
          </a:lstStyle>
          <a:p>
            <a:fld id="{EB4B8DE2-A4E8-46E4-8BBF-D75455EFF32C}" type="slidenum">
              <a:rPr lang="en-US" smtClean="0"/>
              <a:pPr/>
              <a:t>‹#›</a:t>
            </a:fld>
            <a:endParaRPr lang="en-US"/>
          </a:p>
        </p:txBody>
      </p:sp>
      <p:sp>
        <p:nvSpPr>
          <p:cNvPr id="8" name="Footer Placeholder 5">
            <a:extLst>
              <a:ext uri="{FF2B5EF4-FFF2-40B4-BE49-F238E27FC236}">
                <a16:creationId xmlns:a16="http://schemas.microsoft.com/office/drawing/2014/main" id="{FC649E9B-1B14-03BC-223A-A73E4C2CBC46}"/>
              </a:ext>
            </a:extLst>
          </p:cNvPr>
          <p:cNvSpPr>
            <a:spLocks noGrp="1"/>
          </p:cNvSpPr>
          <p:nvPr>
            <p:ph type="ftr" sz="quarter" idx="3"/>
          </p:nvPr>
        </p:nvSpPr>
        <p:spPr>
          <a:xfrm>
            <a:off x="4038600" y="6289500"/>
            <a:ext cx="4114800" cy="365125"/>
          </a:xfrm>
          <a:prstGeom prst="rect">
            <a:avLst/>
          </a:prstGeom>
        </p:spPr>
        <p:txBody>
          <a:bodyPr vert="horz" lIns="91440" tIns="45720" rIns="91440" bIns="45720" rtlCol="0" anchor="ctr"/>
          <a:lstStyle>
            <a:lvl1pPr algn="ctr">
              <a:defRPr sz="600">
                <a:solidFill>
                  <a:schemeClr val="bg1"/>
                </a:solidFill>
              </a:defRPr>
            </a:lvl1pPr>
          </a:lstStyle>
          <a:p>
            <a:r>
              <a:rPr lang="en-US">
                <a:latin typeface="Arial" panose="020B0604020202020204" pitchFamily="34" charset="0"/>
                <a:cs typeface="Arial" panose="020B0604020202020204" pitchFamily="34" charset="0"/>
              </a:rPr>
              <a:t>© 2023, Amazon Web Services, Inc. or its affiliates.</a:t>
            </a:r>
          </a:p>
        </p:txBody>
      </p:sp>
      <p:pic>
        <p:nvPicPr>
          <p:cNvPr id="5" name="Picture 4">
            <a:extLst>
              <a:ext uri="{FF2B5EF4-FFF2-40B4-BE49-F238E27FC236}">
                <a16:creationId xmlns:a16="http://schemas.microsoft.com/office/drawing/2014/main" id="{6CCB2219-6841-1D92-4D69-CA13E4688CCD}"/>
              </a:ext>
            </a:extLst>
          </p:cNvPr>
          <p:cNvPicPr>
            <a:picLocks noChangeAspect="1"/>
          </p:cNvPicPr>
          <p:nvPr userDrawn="1"/>
        </p:nvPicPr>
        <p:blipFill>
          <a:blip r:embed="rId38">
            <a:extLst>
              <a:ext uri="{28A0092B-C50C-407E-A947-70E740481C1C}">
                <a14:useLocalDpi xmlns:a14="http://schemas.microsoft.com/office/drawing/2010/main" val="0"/>
              </a:ext>
            </a:extLst>
          </a:blip>
          <a:stretch>
            <a:fillRect/>
          </a:stretch>
        </p:blipFill>
        <p:spPr>
          <a:xfrm>
            <a:off x="336720" y="6335089"/>
            <a:ext cx="348827" cy="208700"/>
          </a:xfrm>
          <a:prstGeom prst="rect">
            <a:avLst/>
          </a:prstGeom>
        </p:spPr>
      </p:pic>
    </p:spTree>
    <p:extLst>
      <p:ext uri="{BB962C8B-B14F-4D97-AF65-F5344CB8AC3E}">
        <p14:creationId xmlns:p14="http://schemas.microsoft.com/office/powerpoint/2010/main" val="1659047060"/>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3" r:id="rId35"/>
    <p:sldLayoutId id="2147483864" r:id="rId36"/>
  </p:sldLayoutIdLst>
  <p:hf hdr="0" dt="0"/>
  <p:txStyles>
    <p:titleStyle>
      <a:lvl1pPr algn="l" rtl="0" eaLnBrk="0" fontAlgn="base" hangingPunct="0">
        <a:lnSpc>
          <a:spcPct val="90000"/>
        </a:lnSpc>
        <a:spcBef>
          <a:spcPct val="0"/>
        </a:spcBef>
        <a:spcAft>
          <a:spcPct val="0"/>
        </a:spcAft>
        <a:defRPr sz="2800" b="1" kern="1200">
          <a:solidFill>
            <a:schemeClr val="bg1"/>
          </a:solidFill>
          <a:latin typeface="Arial" panose="020B0604020202020204" pitchFamily="34" charset="0"/>
          <a:ea typeface="+mj-ea"/>
          <a:cs typeface="Arial" panose="020B0604020202020204" pitchFamily="34" charset="0"/>
        </a:defRPr>
      </a:lvl1pPr>
      <a:lvl2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2pPr>
      <a:lvl3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3pPr>
      <a:lvl4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4pPr>
      <a:lvl5pPr algn="l" rtl="0" eaLnBrk="0" fontAlgn="base" hangingPunct="0">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5pPr>
      <a:lvl6pPr marL="4572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6pPr>
      <a:lvl7pPr marL="9144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7pPr>
      <a:lvl8pPr marL="13716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8pPr>
      <a:lvl9pPr marL="1828800" algn="l" rtl="0" fontAlgn="base">
        <a:lnSpc>
          <a:spcPct val="90000"/>
        </a:lnSpc>
        <a:spcBef>
          <a:spcPct val="0"/>
        </a:spcBef>
        <a:spcAft>
          <a:spcPct val="0"/>
        </a:spcAft>
        <a:defRPr sz="2800" b="1">
          <a:solidFill>
            <a:srgbClr val="161E2D"/>
          </a:solidFill>
          <a:latin typeface="Arial" panose="020B0604020202020204" pitchFamily="34" charset="0"/>
          <a:cs typeface="Arial" panose="020B0604020202020204" pitchFamily="34" charset="0"/>
        </a:defRPr>
      </a:lvl9pPr>
    </p:titleStyle>
    <p:bodyStyle>
      <a:lvl1pPr algn="l" rtl="0" eaLnBrk="0" fontAlgn="base" hangingPunct="0">
        <a:lnSpc>
          <a:spcPct val="100000"/>
        </a:lnSpc>
        <a:spcBef>
          <a:spcPts val="1000"/>
        </a:spcBef>
        <a:spcAft>
          <a:spcPct val="0"/>
        </a:spcAft>
        <a:buFont typeface="Arial" panose="020B0604020202020204" pitchFamily="34" charset="0"/>
        <a:defRPr sz="2400" kern="1200">
          <a:solidFill>
            <a:schemeClr val="bg1"/>
          </a:solidFill>
          <a:latin typeface="Arial" panose="020B0604020202020204" pitchFamily="34" charset="0"/>
          <a:ea typeface="+mn-ea"/>
          <a:cs typeface="Arial" panose="020B0604020202020204" pitchFamily="34" charset="0"/>
        </a:defRPr>
      </a:lvl1pPr>
      <a:lvl2pPr marL="457200" algn="l" rtl="0" eaLnBrk="0" fontAlgn="base" hangingPunct="0">
        <a:lnSpc>
          <a:spcPct val="100000"/>
        </a:lnSpc>
        <a:spcBef>
          <a:spcPts val="500"/>
        </a:spcBef>
        <a:spcAft>
          <a:spcPct val="0"/>
        </a:spcAft>
        <a:buFont typeface="Arial" panose="020B0604020202020204" pitchFamily="34" charset="0"/>
        <a:defRPr sz="2000" kern="1200">
          <a:solidFill>
            <a:schemeClr val="bg1"/>
          </a:solidFill>
          <a:latin typeface="Arial" panose="020B0604020202020204" pitchFamily="34" charset="0"/>
          <a:ea typeface="+mn-ea"/>
          <a:cs typeface="Arial" panose="020B0604020202020204" pitchFamily="34" charset="0"/>
        </a:defRPr>
      </a:lvl2pPr>
      <a:lvl3pPr marL="914400" algn="l" rtl="0" eaLnBrk="0" fontAlgn="base" hangingPunct="0">
        <a:lnSpc>
          <a:spcPct val="100000"/>
        </a:lnSpc>
        <a:spcBef>
          <a:spcPts val="500"/>
        </a:spcBef>
        <a:spcAft>
          <a:spcPct val="0"/>
        </a:spcAft>
        <a:buFont typeface="Arial" panose="020B0604020202020204" pitchFamily="34" charset="0"/>
        <a:defRPr kern="1200">
          <a:solidFill>
            <a:schemeClr val="bg1"/>
          </a:solidFill>
          <a:latin typeface="Arial" panose="020B0604020202020204" pitchFamily="34" charset="0"/>
          <a:ea typeface="+mn-ea"/>
          <a:cs typeface="Arial" panose="020B0604020202020204" pitchFamily="34" charset="0"/>
        </a:defRPr>
      </a:lvl3pPr>
      <a:lvl4pPr marL="1371600" algn="l" rtl="0" eaLnBrk="0" fontAlgn="base" hangingPunct="0">
        <a:lnSpc>
          <a:spcPct val="100000"/>
        </a:lnSpc>
        <a:spcBef>
          <a:spcPts val="500"/>
        </a:spcBef>
        <a:spcAft>
          <a:spcPct val="0"/>
        </a:spcAft>
        <a:buFont typeface="Arial" panose="020B0604020202020204" pitchFamily="34" charset="0"/>
        <a:defRPr sz="1600" kern="1200">
          <a:solidFill>
            <a:schemeClr val="bg1"/>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3" Type="http://schemas.openxmlformats.org/officeDocument/2006/relationships/hyperlink" Target="https://aap.acb.vn/" TargetMode="External"/><Relationship Id="rId2" Type="http://schemas.openxmlformats.org/officeDocument/2006/relationships/notesSlide" Target="../notesSlides/notesSlide3.xml"/><Relationship Id="rId1" Type="http://schemas.openxmlformats.org/officeDocument/2006/relationships/slideLayout" Target="../slideLayouts/slideLayout45.xml"/><Relationship Id="rId5" Type="http://schemas.openxmlformats.org/officeDocument/2006/relationships/image" Target="../media/image12.png"/><Relationship Id="rId4" Type="http://schemas.openxmlformats.org/officeDocument/2006/relationships/hyperlink" Target="https://aap.acb.vn:8443/"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46238F7-4F08-DAC3-DC77-8635975C76A0}"/>
              </a:ext>
            </a:extLst>
          </p:cNvPr>
          <p:cNvSpPr>
            <a:spLocks noGrp="1"/>
          </p:cNvSpPr>
          <p:nvPr>
            <p:ph type="body" sz="quarter" idx="10"/>
          </p:nvPr>
        </p:nvSpPr>
        <p:spPr>
          <a:xfrm>
            <a:off x="348870" y="5306537"/>
            <a:ext cx="5686425" cy="738664"/>
          </a:xfrm>
        </p:spPr>
        <p:txBody>
          <a:bodyPr/>
          <a:lstStyle/>
          <a:p>
            <a:r>
              <a:rPr lang="en-US" dirty="0"/>
              <a:t>Ashu Rana</a:t>
            </a:r>
          </a:p>
          <a:p>
            <a:r>
              <a:rPr lang="en-US" i="1" dirty="0"/>
              <a:t>Rackspace Senior Engineer</a:t>
            </a:r>
          </a:p>
        </p:txBody>
      </p:sp>
      <p:sp>
        <p:nvSpPr>
          <p:cNvPr id="2" name="Title 1">
            <a:extLst>
              <a:ext uri="{FF2B5EF4-FFF2-40B4-BE49-F238E27FC236}">
                <a16:creationId xmlns:a16="http://schemas.microsoft.com/office/drawing/2014/main" id="{A37B4548-27C4-972D-03AF-9397AEE97474}"/>
              </a:ext>
            </a:extLst>
          </p:cNvPr>
          <p:cNvSpPr>
            <a:spLocks noGrp="1"/>
          </p:cNvSpPr>
          <p:nvPr>
            <p:ph type="ctrTitle"/>
          </p:nvPr>
        </p:nvSpPr>
        <p:spPr>
          <a:xfrm>
            <a:off x="338659" y="466536"/>
            <a:ext cx="3519585" cy="2644057"/>
          </a:xfrm>
        </p:spPr>
        <p:txBody>
          <a:bodyPr/>
          <a:lstStyle/>
          <a:p>
            <a:r>
              <a:rPr lang="en-US" dirty="0"/>
              <a:t>ACB – Ansible Automation Platform SETUP</a:t>
            </a:r>
          </a:p>
        </p:txBody>
      </p:sp>
      <p:sp>
        <p:nvSpPr>
          <p:cNvPr id="3" name="Subtitle 2">
            <a:extLst>
              <a:ext uri="{FF2B5EF4-FFF2-40B4-BE49-F238E27FC236}">
                <a16:creationId xmlns:a16="http://schemas.microsoft.com/office/drawing/2014/main" id="{A3036711-FF5D-928B-22FE-EEFFCAA15893}"/>
              </a:ext>
            </a:extLst>
          </p:cNvPr>
          <p:cNvSpPr>
            <a:spLocks noGrp="1"/>
          </p:cNvSpPr>
          <p:nvPr>
            <p:ph type="subTitle" idx="1"/>
          </p:nvPr>
        </p:nvSpPr>
        <p:spPr>
          <a:xfrm>
            <a:off x="338658" y="4788749"/>
            <a:ext cx="2910727" cy="738664"/>
          </a:xfrm>
        </p:spPr>
        <p:txBody>
          <a:bodyPr/>
          <a:lstStyle/>
          <a:p>
            <a:r>
              <a:rPr lang="en-US" dirty="0"/>
              <a:t>September 25, 2023</a:t>
            </a:r>
          </a:p>
        </p:txBody>
      </p:sp>
    </p:spTree>
    <p:extLst>
      <p:ext uri="{BB962C8B-B14F-4D97-AF65-F5344CB8AC3E}">
        <p14:creationId xmlns:p14="http://schemas.microsoft.com/office/powerpoint/2010/main" val="17851617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7424" name="Rectangle 574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25" name="Rectangle 5742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A5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45" name="Title 4">
            <a:extLst>
              <a:ext uri="{FF2B5EF4-FFF2-40B4-BE49-F238E27FC236}">
                <a16:creationId xmlns:a16="http://schemas.microsoft.com/office/drawing/2014/main" id="{013DFBCA-B440-4A49-8EBC-0E203239EB99}"/>
              </a:ext>
            </a:extLst>
          </p:cNvPr>
          <p:cNvSpPr>
            <a:spLocks noGrp="1" noChangeArrowheads="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eaLnBrk="1" hangingPunct="1"/>
            <a:r>
              <a:rPr lang="en-US" altLang="en-US" sz="2300" dirty="0">
                <a:solidFill>
                  <a:srgbClr val="FFFFFF"/>
                </a:solidFill>
                <a:latin typeface="+mj-lt"/>
                <a:cs typeface="+mj-cs"/>
              </a:rPr>
              <a:t>Introduction</a:t>
            </a:r>
            <a:endParaRPr lang="en-US" altLang="en-US" sz="2300" kern="1200" dirty="0">
              <a:solidFill>
                <a:srgbClr val="FFFFFF"/>
              </a:solidFill>
              <a:latin typeface="+mj-lt"/>
              <a:ea typeface="+mj-ea"/>
              <a:cs typeface="+mj-cs"/>
            </a:endParaRPr>
          </a:p>
        </p:txBody>
      </p:sp>
      <p:sp>
        <p:nvSpPr>
          <p:cNvPr id="3" name="Slide Number Placeholder 2">
            <a:extLst>
              <a:ext uri="{FF2B5EF4-FFF2-40B4-BE49-F238E27FC236}">
                <a16:creationId xmlns:a16="http://schemas.microsoft.com/office/drawing/2014/main" id="{75FBE8DA-17CA-824F-CB02-739CCE45A8A2}"/>
              </a:ext>
            </a:extLst>
          </p:cNvPr>
          <p:cNvSpPr>
            <a:spLocks noGrp="1"/>
          </p:cNvSpPr>
          <p:nvPr>
            <p:ph type="sldNum" sz="quarter" idx="10"/>
          </p:nvPr>
        </p:nvSpPr>
        <p:spPr>
          <a:xfrm>
            <a:off x="11310257" y="6356350"/>
            <a:ext cx="560009" cy="365125"/>
          </a:xfrm>
        </p:spPr>
        <p:txBody>
          <a:bodyPr vert="horz" lIns="91440" tIns="45720" rIns="91440" bIns="45720" rtlCol="0" anchor="ctr">
            <a:normAutofit/>
          </a:bodyPr>
          <a:lstStyle/>
          <a:p>
            <a:pPr eaLnBrk="1" hangingPunct="1">
              <a:spcAft>
                <a:spcPts val="600"/>
              </a:spcAft>
            </a:pPr>
            <a:fld id="{EB4B8DE2-A4E8-46E4-8BBF-D75455EFF32C}" type="slidenum">
              <a:rPr lang="en-US" sz="1200" smtClean="0">
                <a:solidFill>
                  <a:srgbClr val="898989"/>
                </a:solidFill>
                <a:latin typeface="+mn-lt"/>
                <a:cs typeface="+mn-cs"/>
              </a:rPr>
              <a:pPr eaLnBrk="1" hangingPunct="1">
                <a:spcAft>
                  <a:spcPts val="600"/>
                </a:spcAft>
              </a:pPr>
              <a:t>2</a:t>
            </a:fld>
            <a:endParaRPr lang="en-US" sz="1200">
              <a:solidFill>
                <a:srgbClr val="898989"/>
              </a:solidFill>
              <a:latin typeface="+mn-lt"/>
              <a:cs typeface="+mn-cs"/>
            </a:endParaRPr>
          </a:p>
        </p:txBody>
      </p:sp>
      <p:sp>
        <p:nvSpPr>
          <p:cNvPr id="2" name="TextBox 1">
            <a:extLst>
              <a:ext uri="{FF2B5EF4-FFF2-40B4-BE49-F238E27FC236}">
                <a16:creationId xmlns:a16="http://schemas.microsoft.com/office/drawing/2014/main" id="{B853A9B5-9490-E8E8-624C-4A29A6168322}"/>
              </a:ext>
            </a:extLst>
          </p:cNvPr>
          <p:cNvSpPr txBox="1"/>
          <p:nvPr/>
        </p:nvSpPr>
        <p:spPr>
          <a:xfrm>
            <a:off x="2041678" y="136525"/>
            <a:ext cx="10090451" cy="2862322"/>
          </a:xfrm>
          <a:prstGeom prst="rect">
            <a:avLst/>
          </a:prstGeom>
          <a:noFill/>
        </p:spPr>
        <p:txBody>
          <a:bodyPr wrap="square" rtlCol="0">
            <a:spAutoFit/>
          </a:bodyPr>
          <a:lstStyle/>
          <a:p>
            <a:r>
              <a:rPr lang="en-US" dirty="0"/>
              <a:t>Key Objective:</a:t>
            </a:r>
          </a:p>
          <a:p>
            <a:endParaRPr lang="en-US" dirty="0"/>
          </a:p>
          <a:p>
            <a:pPr marL="285750" indent="-285750">
              <a:buFont typeface="Arial" panose="020B0604020202020204" pitchFamily="34" charset="0"/>
              <a:buChar char="•"/>
            </a:pPr>
            <a:r>
              <a:rPr lang="en-US" sz="1600" dirty="0"/>
              <a:t>To give a walkthrough of the setup for Ansible Automation Platform.</a:t>
            </a:r>
          </a:p>
          <a:p>
            <a:pPr marL="285750" indent="-285750">
              <a:buFont typeface="Arial" panose="020B0604020202020204" pitchFamily="34" charset="0"/>
              <a:buChar char="•"/>
            </a:pPr>
            <a:r>
              <a:rPr lang="en-US" sz="1600" dirty="0"/>
              <a:t>Demonstrate the Architecture Implementation </a:t>
            </a:r>
          </a:p>
          <a:p>
            <a:pPr marL="285750" indent="-285750">
              <a:buFont typeface="Arial" panose="020B0604020202020204" pitchFamily="34" charset="0"/>
              <a:buChar char="•"/>
            </a:pPr>
            <a:r>
              <a:rPr lang="en-US" sz="1600" dirty="0"/>
              <a:t>Demonstrate the key features of Automation Controller.</a:t>
            </a:r>
          </a:p>
          <a:p>
            <a:pPr marL="285750" indent="-285750">
              <a:buFont typeface="Arial" panose="020B0604020202020204" pitchFamily="34" charset="0"/>
              <a:buChar char="•"/>
            </a:pPr>
            <a:r>
              <a:rPr lang="en-US" sz="1600" dirty="0"/>
              <a:t>Go through Outstanding actions.</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endParaRPr lang="en-US" sz="1600" dirty="0"/>
          </a:p>
          <a:p>
            <a:endParaRPr lang="en-US" sz="1600" dirty="0"/>
          </a:p>
          <a:p>
            <a:endParaRPr lang="en-IN" sz="1600" dirty="0"/>
          </a:p>
        </p:txBody>
      </p:sp>
      <p:pic>
        <p:nvPicPr>
          <p:cNvPr id="7" name="Picture 6">
            <a:extLst>
              <a:ext uri="{FF2B5EF4-FFF2-40B4-BE49-F238E27FC236}">
                <a16:creationId xmlns:a16="http://schemas.microsoft.com/office/drawing/2014/main" id="{C09FB552-933E-6DB5-3D9F-E9099F1CE956}"/>
              </a:ext>
            </a:extLst>
          </p:cNvPr>
          <p:cNvPicPr>
            <a:picLocks noChangeAspect="1"/>
          </p:cNvPicPr>
          <p:nvPr/>
        </p:nvPicPr>
        <p:blipFill>
          <a:blip r:embed="rId3"/>
          <a:stretch>
            <a:fillRect/>
          </a:stretch>
        </p:blipFill>
        <p:spPr>
          <a:xfrm>
            <a:off x="4097866" y="2850278"/>
            <a:ext cx="7772400" cy="2975165"/>
          </a:xfrm>
          <a:prstGeom prst="rect">
            <a:avLst/>
          </a:prstGeom>
        </p:spPr>
      </p:pic>
    </p:spTree>
    <p:extLst>
      <p:ext uri="{BB962C8B-B14F-4D97-AF65-F5344CB8AC3E}">
        <p14:creationId xmlns:p14="http://schemas.microsoft.com/office/powerpoint/2010/main" val="2776681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7424" name="Rectangle 574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25" name="Rectangle 5742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A5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45" name="Title 4">
            <a:extLst>
              <a:ext uri="{FF2B5EF4-FFF2-40B4-BE49-F238E27FC236}">
                <a16:creationId xmlns:a16="http://schemas.microsoft.com/office/drawing/2014/main" id="{013DFBCA-B440-4A49-8EBC-0E203239EB99}"/>
              </a:ext>
            </a:extLst>
          </p:cNvPr>
          <p:cNvSpPr>
            <a:spLocks noGrp="1" noChangeArrowheads="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eaLnBrk="1" hangingPunct="1"/>
            <a:r>
              <a:rPr lang="en-US" altLang="en-US" sz="2300" kern="1200" dirty="0">
                <a:solidFill>
                  <a:srgbClr val="FFFFFF"/>
                </a:solidFill>
                <a:latin typeface="+mj-lt"/>
                <a:ea typeface="+mj-ea"/>
                <a:cs typeface="+mj-cs"/>
              </a:rPr>
              <a:t>Architecture</a:t>
            </a:r>
          </a:p>
        </p:txBody>
      </p:sp>
      <p:sp>
        <p:nvSpPr>
          <p:cNvPr id="3" name="Slide Number Placeholder 2">
            <a:extLst>
              <a:ext uri="{FF2B5EF4-FFF2-40B4-BE49-F238E27FC236}">
                <a16:creationId xmlns:a16="http://schemas.microsoft.com/office/drawing/2014/main" id="{75FBE8DA-17CA-824F-CB02-739CCE45A8A2}"/>
              </a:ext>
            </a:extLst>
          </p:cNvPr>
          <p:cNvSpPr>
            <a:spLocks noGrp="1"/>
          </p:cNvSpPr>
          <p:nvPr>
            <p:ph type="sldNum" sz="quarter" idx="10"/>
          </p:nvPr>
        </p:nvSpPr>
        <p:spPr>
          <a:xfrm>
            <a:off x="11310257" y="6356350"/>
            <a:ext cx="560009" cy="365125"/>
          </a:xfrm>
        </p:spPr>
        <p:txBody>
          <a:bodyPr vert="horz" lIns="91440" tIns="45720" rIns="91440" bIns="45720" rtlCol="0" anchor="ctr">
            <a:normAutofit/>
          </a:bodyPr>
          <a:lstStyle/>
          <a:p>
            <a:pPr eaLnBrk="1" hangingPunct="1">
              <a:spcAft>
                <a:spcPts val="600"/>
              </a:spcAft>
            </a:pPr>
            <a:fld id="{EB4B8DE2-A4E8-46E4-8BBF-D75455EFF32C}" type="slidenum">
              <a:rPr lang="en-US" sz="1200" smtClean="0">
                <a:solidFill>
                  <a:srgbClr val="898989"/>
                </a:solidFill>
                <a:latin typeface="+mn-lt"/>
                <a:cs typeface="+mn-cs"/>
              </a:rPr>
              <a:pPr eaLnBrk="1" hangingPunct="1">
                <a:spcAft>
                  <a:spcPts val="600"/>
                </a:spcAft>
              </a:pPr>
              <a:t>3</a:t>
            </a:fld>
            <a:endParaRPr lang="en-US" sz="1200">
              <a:solidFill>
                <a:srgbClr val="898989"/>
              </a:solidFill>
              <a:latin typeface="+mn-lt"/>
              <a:cs typeface="+mn-cs"/>
            </a:endParaRPr>
          </a:p>
        </p:txBody>
      </p:sp>
      <p:sp>
        <p:nvSpPr>
          <p:cNvPr id="7" name="TextBox 6">
            <a:extLst>
              <a:ext uri="{FF2B5EF4-FFF2-40B4-BE49-F238E27FC236}">
                <a16:creationId xmlns:a16="http://schemas.microsoft.com/office/drawing/2014/main" id="{9CF3F040-0A8F-5BB9-5F8C-0C822D8A71CF}"/>
              </a:ext>
            </a:extLst>
          </p:cNvPr>
          <p:cNvSpPr txBox="1"/>
          <p:nvPr/>
        </p:nvSpPr>
        <p:spPr>
          <a:xfrm>
            <a:off x="2139043" y="73479"/>
            <a:ext cx="6621236" cy="2031325"/>
          </a:xfrm>
          <a:prstGeom prst="rect">
            <a:avLst/>
          </a:prstGeom>
          <a:noFill/>
        </p:spPr>
        <p:txBody>
          <a:bodyPr wrap="square" rtlCol="0">
            <a:spAutoFit/>
          </a:bodyPr>
          <a:lstStyle/>
          <a:p>
            <a:r>
              <a:rPr lang="en-US" dirty="0"/>
              <a:t>Accessing URLs:</a:t>
            </a:r>
          </a:p>
          <a:p>
            <a:endParaRPr lang="en-US" dirty="0"/>
          </a:p>
          <a:p>
            <a:pPr marL="285750" indent="-285750">
              <a:buFont typeface="Arial" panose="020B0604020202020204" pitchFamily="34" charset="0"/>
              <a:buChar char="•"/>
            </a:pPr>
            <a:r>
              <a:rPr lang="en-US" sz="1800" dirty="0"/>
              <a:t>Ansible Automation Controller – </a:t>
            </a:r>
            <a:r>
              <a:rPr lang="en-US" sz="1800" dirty="0">
                <a:hlinkClick r:id="rId3"/>
              </a:rPr>
              <a:t>https://aap.acb.vn</a:t>
            </a:r>
            <a:endParaRPr lang="en-US" sz="1800" dirty="0"/>
          </a:p>
          <a:p>
            <a:pPr marL="285750" indent="-285750">
              <a:buFont typeface="Arial" panose="020B0604020202020204" pitchFamily="34" charset="0"/>
              <a:buChar char="•"/>
            </a:pPr>
            <a:r>
              <a:rPr lang="en-US" dirty="0"/>
              <a:t>Ansible Automation Hub – </a:t>
            </a:r>
            <a:r>
              <a:rPr lang="en-US" dirty="0">
                <a:hlinkClick r:id="rId4"/>
              </a:rPr>
              <a:t>https://aap.acb.vn:8443</a:t>
            </a:r>
            <a:endParaRPr lang="en-US" dirty="0"/>
          </a:p>
          <a:p>
            <a:endParaRPr lang="en-US" sz="1800" dirty="0"/>
          </a:p>
          <a:p>
            <a:endParaRPr lang="en-IN" sz="1800" dirty="0"/>
          </a:p>
          <a:p>
            <a:endParaRPr lang="en-US" dirty="0"/>
          </a:p>
        </p:txBody>
      </p:sp>
      <p:pic>
        <p:nvPicPr>
          <p:cNvPr id="8" name="Picture 7">
            <a:extLst>
              <a:ext uri="{FF2B5EF4-FFF2-40B4-BE49-F238E27FC236}">
                <a16:creationId xmlns:a16="http://schemas.microsoft.com/office/drawing/2014/main" id="{74A7AB6C-F014-26CE-0E24-B5566F02DCEB}"/>
              </a:ext>
            </a:extLst>
          </p:cNvPr>
          <p:cNvPicPr>
            <a:picLocks noChangeAspect="1"/>
          </p:cNvPicPr>
          <p:nvPr/>
        </p:nvPicPr>
        <p:blipFill>
          <a:blip r:embed="rId5"/>
          <a:stretch>
            <a:fillRect/>
          </a:stretch>
        </p:blipFill>
        <p:spPr>
          <a:xfrm>
            <a:off x="5040000" y="1294544"/>
            <a:ext cx="5271224" cy="5303106"/>
          </a:xfrm>
          <a:prstGeom prst="rect">
            <a:avLst/>
          </a:prstGeom>
        </p:spPr>
      </p:pic>
    </p:spTree>
    <p:extLst>
      <p:ext uri="{BB962C8B-B14F-4D97-AF65-F5344CB8AC3E}">
        <p14:creationId xmlns:p14="http://schemas.microsoft.com/office/powerpoint/2010/main" val="24469140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7424" name="Rectangle 574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25" name="Rectangle 5742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A5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45" name="Title 4">
            <a:extLst>
              <a:ext uri="{FF2B5EF4-FFF2-40B4-BE49-F238E27FC236}">
                <a16:creationId xmlns:a16="http://schemas.microsoft.com/office/drawing/2014/main" id="{013DFBCA-B440-4A49-8EBC-0E203239EB99}"/>
              </a:ext>
            </a:extLst>
          </p:cNvPr>
          <p:cNvSpPr>
            <a:spLocks noGrp="1" noChangeArrowheads="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eaLnBrk="1" hangingPunct="1"/>
            <a:r>
              <a:rPr lang="en-US" altLang="en-US" sz="2300" dirty="0">
                <a:solidFill>
                  <a:srgbClr val="FFFFFF"/>
                </a:solidFill>
                <a:latin typeface="+mj-lt"/>
                <a:cs typeface="+mj-cs"/>
              </a:rPr>
              <a:t>Automation</a:t>
            </a:r>
            <a:r>
              <a:rPr lang="en-US" altLang="en-US" sz="2600" dirty="0">
                <a:solidFill>
                  <a:srgbClr val="FFFFFF"/>
                </a:solidFill>
                <a:latin typeface="+mj-lt"/>
                <a:cs typeface="+mj-cs"/>
              </a:rPr>
              <a:t> Controller</a:t>
            </a:r>
            <a:endParaRPr lang="en-US" altLang="en-US" sz="2600" kern="1200" dirty="0">
              <a:solidFill>
                <a:srgbClr val="FFFFFF"/>
              </a:solidFill>
              <a:latin typeface="+mj-lt"/>
              <a:ea typeface="+mj-ea"/>
              <a:cs typeface="+mj-cs"/>
            </a:endParaRPr>
          </a:p>
        </p:txBody>
      </p:sp>
      <p:sp>
        <p:nvSpPr>
          <p:cNvPr id="3" name="Slide Number Placeholder 2">
            <a:extLst>
              <a:ext uri="{FF2B5EF4-FFF2-40B4-BE49-F238E27FC236}">
                <a16:creationId xmlns:a16="http://schemas.microsoft.com/office/drawing/2014/main" id="{75FBE8DA-17CA-824F-CB02-739CCE45A8A2}"/>
              </a:ext>
            </a:extLst>
          </p:cNvPr>
          <p:cNvSpPr>
            <a:spLocks noGrp="1"/>
          </p:cNvSpPr>
          <p:nvPr>
            <p:ph type="sldNum" sz="quarter" idx="10"/>
          </p:nvPr>
        </p:nvSpPr>
        <p:spPr>
          <a:xfrm>
            <a:off x="11310257" y="6356350"/>
            <a:ext cx="560009" cy="365125"/>
          </a:xfrm>
        </p:spPr>
        <p:txBody>
          <a:bodyPr vert="horz" lIns="91440" tIns="45720" rIns="91440" bIns="45720" rtlCol="0" anchor="ctr">
            <a:normAutofit/>
          </a:bodyPr>
          <a:lstStyle/>
          <a:p>
            <a:pPr eaLnBrk="1" hangingPunct="1">
              <a:spcAft>
                <a:spcPts val="600"/>
              </a:spcAft>
            </a:pPr>
            <a:fld id="{EB4B8DE2-A4E8-46E4-8BBF-D75455EFF32C}" type="slidenum">
              <a:rPr lang="en-US" sz="1200" smtClean="0">
                <a:solidFill>
                  <a:srgbClr val="898989"/>
                </a:solidFill>
                <a:latin typeface="+mn-lt"/>
                <a:cs typeface="+mn-cs"/>
              </a:rPr>
              <a:pPr eaLnBrk="1" hangingPunct="1">
                <a:spcAft>
                  <a:spcPts val="600"/>
                </a:spcAft>
              </a:pPr>
              <a:t>4</a:t>
            </a:fld>
            <a:endParaRPr lang="en-US" sz="1200">
              <a:solidFill>
                <a:srgbClr val="898989"/>
              </a:solidFill>
              <a:latin typeface="+mn-lt"/>
              <a:cs typeface="+mn-cs"/>
            </a:endParaRPr>
          </a:p>
        </p:txBody>
      </p:sp>
      <p:sp>
        <p:nvSpPr>
          <p:cNvPr id="5" name="TextBox 4">
            <a:extLst>
              <a:ext uri="{FF2B5EF4-FFF2-40B4-BE49-F238E27FC236}">
                <a16:creationId xmlns:a16="http://schemas.microsoft.com/office/drawing/2014/main" id="{B5EED59E-A7E3-2F59-2358-A3B0FF78E6D5}"/>
              </a:ext>
            </a:extLst>
          </p:cNvPr>
          <p:cNvSpPr txBox="1"/>
          <p:nvPr/>
        </p:nvSpPr>
        <p:spPr>
          <a:xfrm>
            <a:off x="2351314" y="97971"/>
            <a:ext cx="8605157" cy="2585323"/>
          </a:xfrm>
          <a:prstGeom prst="rect">
            <a:avLst/>
          </a:prstGeom>
          <a:noFill/>
        </p:spPr>
        <p:txBody>
          <a:bodyPr wrap="square" rtlCol="0">
            <a:spAutoFit/>
          </a:bodyPr>
          <a:lstStyle/>
          <a:p>
            <a:r>
              <a:rPr lang="en-IN" b="1" i="0" dirty="0">
                <a:effectLst/>
                <a:latin typeface="Söhne"/>
              </a:rPr>
              <a:t>Dashboard Overview:</a:t>
            </a:r>
            <a:br>
              <a:rPr lang="en-IN" b="1" i="0" dirty="0">
                <a:effectLst/>
                <a:latin typeface="Söhne"/>
              </a:rPr>
            </a:br>
            <a:endParaRPr lang="en-IN" b="1" i="0" dirty="0">
              <a:effectLst/>
              <a:latin typeface="Söhne"/>
            </a:endParaRPr>
          </a:p>
          <a:p>
            <a:pPr algn="l">
              <a:buFont typeface="Arial" panose="020B0604020202020204" pitchFamily="34" charset="0"/>
              <a:buChar char="•"/>
            </a:pPr>
            <a:r>
              <a:rPr lang="en-IN" sz="1500" b="0" i="0" dirty="0">
                <a:effectLst/>
                <a:latin typeface="Söhne"/>
              </a:rPr>
              <a:t>Dashboards</a:t>
            </a:r>
          </a:p>
          <a:p>
            <a:pPr algn="l">
              <a:buFont typeface="Arial" panose="020B0604020202020204" pitchFamily="34" charset="0"/>
              <a:buChar char="•"/>
            </a:pPr>
            <a:r>
              <a:rPr lang="en-IN" sz="1500" b="0" i="0" dirty="0">
                <a:effectLst/>
                <a:latin typeface="Söhne"/>
              </a:rPr>
              <a:t>Inventories</a:t>
            </a:r>
          </a:p>
          <a:p>
            <a:pPr algn="l">
              <a:buFont typeface="Arial" panose="020B0604020202020204" pitchFamily="34" charset="0"/>
              <a:buChar char="•"/>
            </a:pPr>
            <a:r>
              <a:rPr lang="en-IN" sz="1500" b="0" i="0" dirty="0">
                <a:effectLst/>
                <a:latin typeface="Söhne"/>
              </a:rPr>
              <a:t>Jobs</a:t>
            </a:r>
          </a:p>
          <a:p>
            <a:pPr algn="l">
              <a:buFont typeface="Arial" panose="020B0604020202020204" pitchFamily="34" charset="0"/>
              <a:buChar char="•"/>
            </a:pPr>
            <a:r>
              <a:rPr lang="en-IN" sz="1500" b="0" i="0" dirty="0">
                <a:effectLst/>
                <a:latin typeface="Söhne"/>
              </a:rPr>
              <a:t>Credentials</a:t>
            </a:r>
          </a:p>
          <a:p>
            <a:pPr algn="l">
              <a:buFont typeface="Arial" panose="020B0604020202020204" pitchFamily="34" charset="0"/>
              <a:buChar char="•"/>
            </a:pPr>
            <a:r>
              <a:rPr lang="en-IN" sz="1500" b="0" i="0" dirty="0">
                <a:effectLst/>
                <a:latin typeface="Söhne"/>
              </a:rPr>
              <a:t>Templates</a:t>
            </a:r>
          </a:p>
          <a:p>
            <a:pPr algn="l">
              <a:buFont typeface="Arial" panose="020B0604020202020204" pitchFamily="34" charset="0"/>
              <a:buChar char="•"/>
            </a:pPr>
            <a:r>
              <a:rPr lang="en-IN" sz="1500" b="0" i="0" dirty="0">
                <a:effectLst/>
                <a:latin typeface="Söhne"/>
              </a:rPr>
              <a:t>Credentials etc</a:t>
            </a:r>
          </a:p>
          <a:p>
            <a:endParaRPr lang="en-IN" dirty="0"/>
          </a:p>
          <a:p>
            <a:endParaRPr lang="en-US" dirty="0"/>
          </a:p>
        </p:txBody>
      </p:sp>
    </p:spTree>
    <p:extLst>
      <p:ext uri="{BB962C8B-B14F-4D97-AF65-F5344CB8AC3E}">
        <p14:creationId xmlns:p14="http://schemas.microsoft.com/office/powerpoint/2010/main" val="39364152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7424" name="Rectangle 574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425" name="Rectangle 57428">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A51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345" name="Title 4">
            <a:extLst>
              <a:ext uri="{FF2B5EF4-FFF2-40B4-BE49-F238E27FC236}">
                <a16:creationId xmlns:a16="http://schemas.microsoft.com/office/drawing/2014/main" id="{013DFBCA-B440-4A49-8EBC-0E203239EB99}"/>
              </a:ext>
            </a:extLst>
          </p:cNvPr>
          <p:cNvSpPr>
            <a:spLocks noGrp="1" noChangeArrowheads="1"/>
          </p:cNvSpPr>
          <p:nvPr>
            <p:ph type="title"/>
          </p:nvPr>
        </p:nvSpPr>
        <p:spPr>
          <a:xfrm>
            <a:off x="518699" y="4012200"/>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eaLnBrk="1" hangingPunct="1"/>
            <a:r>
              <a:rPr lang="en-US" altLang="en-US" sz="2300" dirty="0">
                <a:solidFill>
                  <a:srgbClr val="FFFFFF"/>
                </a:solidFill>
                <a:latin typeface="+mj-lt"/>
                <a:cs typeface="+mj-cs"/>
              </a:rPr>
              <a:t>Outstanding</a:t>
            </a:r>
            <a:endParaRPr lang="en-US" altLang="en-US" sz="2600" kern="1200" dirty="0">
              <a:solidFill>
                <a:srgbClr val="FFFFFF"/>
              </a:solidFill>
              <a:latin typeface="+mj-lt"/>
              <a:ea typeface="+mj-ea"/>
              <a:cs typeface="+mj-cs"/>
            </a:endParaRPr>
          </a:p>
        </p:txBody>
      </p:sp>
      <p:sp>
        <p:nvSpPr>
          <p:cNvPr id="3" name="Slide Number Placeholder 2">
            <a:extLst>
              <a:ext uri="{FF2B5EF4-FFF2-40B4-BE49-F238E27FC236}">
                <a16:creationId xmlns:a16="http://schemas.microsoft.com/office/drawing/2014/main" id="{75FBE8DA-17CA-824F-CB02-739CCE45A8A2}"/>
              </a:ext>
            </a:extLst>
          </p:cNvPr>
          <p:cNvSpPr>
            <a:spLocks noGrp="1"/>
          </p:cNvSpPr>
          <p:nvPr>
            <p:ph type="sldNum" sz="quarter" idx="10"/>
          </p:nvPr>
        </p:nvSpPr>
        <p:spPr>
          <a:xfrm>
            <a:off x="11310257" y="6356350"/>
            <a:ext cx="560009" cy="365125"/>
          </a:xfrm>
        </p:spPr>
        <p:txBody>
          <a:bodyPr vert="horz" lIns="91440" tIns="45720" rIns="91440" bIns="45720" rtlCol="0" anchor="ctr">
            <a:normAutofit/>
          </a:bodyPr>
          <a:lstStyle/>
          <a:p>
            <a:pPr eaLnBrk="1" hangingPunct="1">
              <a:spcAft>
                <a:spcPts val="600"/>
              </a:spcAft>
            </a:pPr>
            <a:fld id="{EB4B8DE2-A4E8-46E4-8BBF-D75455EFF32C}" type="slidenum">
              <a:rPr lang="en-US" sz="1200" smtClean="0">
                <a:solidFill>
                  <a:srgbClr val="898989"/>
                </a:solidFill>
                <a:latin typeface="+mn-lt"/>
                <a:cs typeface="+mn-cs"/>
              </a:rPr>
              <a:pPr eaLnBrk="1" hangingPunct="1">
                <a:spcAft>
                  <a:spcPts val="600"/>
                </a:spcAft>
              </a:pPr>
              <a:t>5</a:t>
            </a:fld>
            <a:endParaRPr lang="en-US" sz="1200">
              <a:solidFill>
                <a:srgbClr val="898989"/>
              </a:solidFill>
              <a:latin typeface="+mn-lt"/>
              <a:cs typeface="+mn-cs"/>
            </a:endParaRPr>
          </a:p>
        </p:txBody>
      </p:sp>
      <p:graphicFrame>
        <p:nvGraphicFramePr>
          <p:cNvPr id="2" name="Table 1">
            <a:extLst>
              <a:ext uri="{FF2B5EF4-FFF2-40B4-BE49-F238E27FC236}">
                <a16:creationId xmlns:a16="http://schemas.microsoft.com/office/drawing/2014/main" id="{8DCAC0BB-32CB-DDF3-4818-A2D063A96827}"/>
              </a:ext>
            </a:extLst>
          </p:cNvPr>
          <p:cNvGraphicFramePr>
            <a:graphicFrameLocks noGrp="1"/>
          </p:cNvGraphicFramePr>
          <p:nvPr>
            <p:extLst>
              <p:ext uri="{D42A27DB-BD31-4B8C-83A1-F6EECF244321}">
                <p14:modId xmlns:p14="http://schemas.microsoft.com/office/powerpoint/2010/main" val="1636703408"/>
              </p:ext>
            </p:extLst>
          </p:nvPr>
        </p:nvGraphicFramePr>
        <p:xfrm>
          <a:off x="2032000" y="719666"/>
          <a:ext cx="9838266" cy="3142312"/>
        </p:xfrm>
        <a:graphic>
          <a:graphicData uri="http://schemas.openxmlformats.org/drawingml/2006/table">
            <a:tbl>
              <a:tblPr firstRow="1" bandRow="1">
                <a:tableStyleId>{073A0DAA-6AF3-43AB-8588-CEC1D06C72B9}</a:tableStyleId>
              </a:tblPr>
              <a:tblGrid>
                <a:gridCol w="689712">
                  <a:extLst>
                    <a:ext uri="{9D8B030D-6E8A-4147-A177-3AD203B41FA5}">
                      <a16:colId xmlns:a16="http://schemas.microsoft.com/office/drawing/2014/main" val="2650793416"/>
                    </a:ext>
                  </a:extLst>
                </a:gridCol>
                <a:gridCol w="4229421">
                  <a:extLst>
                    <a:ext uri="{9D8B030D-6E8A-4147-A177-3AD203B41FA5}">
                      <a16:colId xmlns:a16="http://schemas.microsoft.com/office/drawing/2014/main" val="2515840581"/>
                    </a:ext>
                  </a:extLst>
                </a:gridCol>
                <a:gridCol w="2702665">
                  <a:extLst>
                    <a:ext uri="{9D8B030D-6E8A-4147-A177-3AD203B41FA5}">
                      <a16:colId xmlns:a16="http://schemas.microsoft.com/office/drawing/2014/main" val="2504009676"/>
                    </a:ext>
                  </a:extLst>
                </a:gridCol>
                <a:gridCol w="2216468">
                  <a:extLst>
                    <a:ext uri="{9D8B030D-6E8A-4147-A177-3AD203B41FA5}">
                      <a16:colId xmlns:a16="http://schemas.microsoft.com/office/drawing/2014/main" val="2683282976"/>
                    </a:ext>
                  </a:extLst>
                </a:gridCol>
              </a:tblGrid>
              <a:tr h="307672">
                <a:tc>
                  <a:txBody>
                    <a:bodyPr/>
                    <a:lstStyle/>
                    <a:p>
                      <a:r>
                        <a:rPr lang="en-US" sz="1200" dirty="0" err="1"/>
                        <a:t>S.No</a:t>
                      </a:r>
                      <a:endParaRPr lang="en-US" sz="1200" dirty="0"/>
                    </a:p>
                  </a:txBody>
                  <a:tcPr/>
                </a:tc>
                <a:tc>
                  <a:txBody>
                    <a:bodyPr/>
                    <a:lstStyle/>
                    <a:p>
                      <a:r>
                        <a:rPr lang="en-US" sz="1200" dirty="0"/>
                        <a:t>Points</a:t>
                      </a:r>
                    </a:p>
                  </a:txBody>
                  <a:tcPr/>
                </a:tc>
                <a:tc>
                  <a:txBody>
                    <a:bodyPr/>
                    <a:lstStyle/>
                    <a:p>
                      <a:r>
                        <a:rPr lang="en-US" sz="1200" dirty="0"/>
                        <a:t>Reason</a:t>
                      </a:r>
                    </a:p>
                  </a:txBody>
                  <a:tcPr/>
                </a:tc>
                <a:tc>
                  <a:txBody>
                    <a:bodyPr/>
                    <a:lstStyle/>
                    <a:p>
                      <a:r>
                        <a:rPr lang="en-US" sz="1200" dirty="0"/>
                        <a:t>Action On</a:t>
                      </a:r>
                    </a:p>
                  </a:txBody>
                  <a:tcPr/>
                </a:tc>
                <a:extLst>
                  <a:ext uri="{0D108BD9-81ED-4DB2-BD59-A6C34878D82A}">
                    <a16:rowId xmlns:a16="http://schemas.microsoft.com/office/drawing/2014/main" val="2221848436"/>
                  </a:ext>
                </a:extLst>
              </a:tr>
              <a:tr h="307672">
                <a:tc>
                  <a:txBody>
                    <a:bodyPr/>
                    <a:lstStyle/>
                    <a:p>
                      <a:r>
                        <a:rPr lang="en-US" sz="1200" dirty="0"/>
                        <a:t>1.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Integration of private automation hub with automation controller.</a:t>
                      </a:r>
                    </a:p>
                  </a:txBody>
                  <a:tcPr/>
                </a:tc>
                <a:tc>
                  <a:txBody>
                    <a:bodyPr/>
                    <a:lstStyle/>
                    <a:p>
                      <a:r>
                        <a:rPr lang="en-US" sz="1200" dirty="0"/>
                        <a:t>Can’t access Automation Hub, VDI policy adjustment required </a:t>
                      </a:r>
                    </a:p>
                  </a:txBody>
                  <a:tcPr/>
                </a:tc>
                <a:tc>
                  <a:txBody>
                    <a:bodyPr/>
                    <a:lstStyle/>
                    <a:p>
                      <a:r>
                        <a:rPr lang="en-US" sz="1200" dirty="0"/>
                        <a:t>ACB to adjust the policy so that Rackspace(Ashu) can continue with the integration</a:t>
                      </a:r>
                    </a:p>
                  </a:txBody>
                  <a:tcPr/>
                </a:tc>
                <a:extLst>
                  <a:ext uri="{0D108BD9-81ED-4DB2-BD59-A6C34878D82A}">
                    <a16:rowId xmlns:a16="http://schemas.microsoft.com/office/drawing/2014/main" val="4411565"/>
                  </a:ext>
                </a:extLst>
              </a:tr>
              <a:tr h="307672">
                <a:tc>
                  <a:txBody>
                    <a:bodyPr/>
                    <a:lstStyle/>
                    <a:p>
                      <a:r>
                        <a:rPr lang="en-US" sz="1200" dirty="0"/>
                        <a:t>2.</a:t>
                      </a:r>
                    </a:p>
                  </a:txBody>
                  <a:tcPr/>
                </a:tc>
                <a:tc>
                  <a:txBody>
                    <a:bodyPr/>
                    <a:lstStyle/>
                    <a:p>
                      <a:r>
                        <a:rPr lang="en-US" sz="1200" dirty="0"/>
                        <a:t>Build Document</a:t>
                      </a:r>
                    </a:p>
                  </a:txBody>
                  <a:tcPr/>
                </a:tc>
                <a:tc>
                  <a:txBody>
                    <a:bodyPr/>
                    <a:lstStyle/>
                    <a:p>
                      <a:r>
                        <a:rPr lang="en-US" sz="1200" dirty="0"/>
                        <a:t>Pending on point 1</a:t>
                      </a:r>
                    </a:p>
                  </a:txBody>
                  <a:tcPr/>
                </a:tc>
                <a:tc>
                  <a:txBody>
                    <a:bodyPr/>
                    <a:lstStyle/>
                    <a:p>
                      <a:r>
                        <a:rPr lang="en-US" sz="1200" dirty="0"/>
                        <a:t>ACB to fulfill point 1 for Rackspace(Ashu) to complete the build document – </a:t>
                      </a:r>
                      <a:r>
                        <a:rPr lang="en-US" sz="1200" b="1" dirty="0"/>
                        <a:t>first version will be provided today</a:t>
                      </a:r>
                      <a:r>
                        <a:rPr lang="en-US" sz="1200" dirty="0"/>
                        <a:t>.</a:t>
                      </a:r>
                    </a:p>
                  </a:txBody>
                  <a:tcPr/>
                </a:tc>
                <a:extLst>
                  <a:ext uri="{0D108BD9-81ED-4DB2-BD59-A6C34878D82A}">
                    <a16:rowId xmlns:a16="http://schemas.microsoft.com/office/drawing/2014/main" val="1773941351"/>
                  </a:ext>
                </a:extLst>
              </a:tr>
              <a:tr h="307672">
                <a:tc>
                  <a:txBody>
                    <a:bodyPr/>
                    <a:lstStyle/>
                    <a:p>
                      <a:r>
                        <a:rPr lang="en-US" sz="1200" dirty="0"/>
                        <a:t>3.</a:t>
                      </a:r>
                    </a:p>
                  </a:txBody>
                  <a:tcPr/>
                </a:tc>
                <a:tc>
                  <a:txBody>
                    <a:bodyPr/>
                    <a:lstStyle/>
                    <a:p>
                      <a:r>
                        <a:rPr lang="en-US" sz="1200" dirty="0"/>
                        <a:t>SSO</a:t>
                      </a:r>
                    </a:p>
                  </a:txBody>
                  <a:tcPr/>
                </a:tc>
                <a:tc>
                  <a:txBody>
                    <a:bodyPr/>
                    <a:lstStyle/>
                    <a:p>
                      <a:r>
                        <a:rPr lang="en-US" sz="1200" dirty="0"/>
                        <a:t>ACB is working on Microsoft AD</a:t>
                      </a:r>
                    </a:p>
                  </a:txBody>
                  <a:tcPr/>
                </a:tc>
                <a:tc>
                  <a:txBody>
                    <a:bodyPr/>
                    <a:lstStyle/>
                    <a:p>
                      <a:r>
                        <a:rPr lang="en-US" sz="1200" dirty="0"/>
                        <a:t>ACB</a:t>
                      </a:r>
                      <a:br>
                        <a:rPr lang="en-US" sz="1200" dirty="0"/>
                      </a:br>
                      <a:r>
                        <a:rPr lang="en-US" sz="1200" dirty="0"/>
                        <a:t>Note: Let Rackspace know if anything is needed from our end. Configuration parameters at ansible side will be shared by Rackspace.</a:t>
                      </a:r>
                    </a:p>
                  </a:txBody>
                  <a:tcPr/>
                </a:tc>
                <a:extLst>
                  <a:ext uri="{0D108BD9-81ED-4DB2-BD59-A6C34878D82A}">
                    <a16:rowId xmlns:a16="http://schemas.microsoft.com/office/drawing/2014/main" val="591041336"/>
                  </a:ext>
                </a:extLst>
              </a:tr>
            </a:tbl>
          </a:graphicData>
        </a:graphic>
      </p:graphicFrame>
    </p:spTree>
    <p:extLst>
      <p:ext uri="{BB962C8B-B14F-4D97-AF65-F5344CB8AC3E}">
        <p14:creationId xmlns:p14="http://schemas.microsoft.com/office/powerpoint/2010/main" val="758922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0329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3195244"/>
      </p:ext>
    </p:extLst>
  </p:cSld>
  <p:clrMapOvr>
    <a:masterClrMapping/>
  </p:clrMapOvr>
</p:sld>
</file>

<file path=ppt/theme/theme1.xml><?xml version="1.0" encoding="utf-8"?>
<a:theme xmlns:a="http://schemas.openxmlformats.org/drawingml/2006/main" name="Light-Background-Master">
  <a:themeElements>
    <a:clrScheme name="Architecture Icons Light Background">
      <a:dk1>
        <a:srgbClr val="000000"/>
      </a:dk1>
      <a:lt1>
        <a:srgbClr val="FFFFFF"/>
      </a:lt1>
      <a:dk2>
        <a:srgbClr val="232F3E"/>
      </a:dk2>
      <a:lt2>
        <a:srgbClr val="F1F3F3"/>
      </a:lt2>
      <a:accent1>
        <a:srgbClr val="ED7100"/>
      </a:accent1>
      <a:accent2>
        <a:srgbClr val="037F0C"/>
      </a:accent2>
      <a:accent3>
        <a:srgbClr val="D91515"/>
      </a:accent3>
      <a:accent4>
        <a:srgbClr val="F2F3F3"/>
      </a:accent4>
      <a:accent5>
        <a:srgbClr val="D5DBDB"/>
      </a:accent5>
      <a:accent6>
        <a:srgbClr val="0971D3"/>
      </a:accent6>
      <a:hlink>
        <a:srgbClr val="0971D3"/>
      </a:hlink>
      <a:folHlink>
        <a:srgbClr val="0971D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rk-Background-Master">
  <a:themeElements>
    <a:clrScheme name="Architecture Icons Dark Background">
      <a:dk1>
        <a:srgbClr val="000000"/>
      </a:dk1>
      <a:lt1>
        <a:srgbClr val="FFFFFF"/>
      </a:lt1>
      <a:dk2>
        <a:srgbClr val="232F3E"/>
      </a:dk2>
      <a:lt2>
        <a:srgbClr val="E7E6E6"/>
      </a:lt2>
      <a:accent1>
        <a:srgbClr val="FF9900"/>
      </a:accent1>
      <a:accent2>
        <a:srgbClr val="28AD32"/>
      </a:accent2>
      <a:accent3>
        <a:srgbClr val="EB6F6F"/>
      </a:accent3>
      <a:accent4>
        <a:srgbClr val="A5A5A5"/>
      </a:accent4>
      <a:accent5>
        <a:srgbClr val="D1D5DB"/>
      </a:accent5>
      <a:accent6>
        <a:srgbClr val="539FE5"/>
      </a:accent6>
      <a:hlink>
        <a:srgbClr val="539FE5"/>
      </a:hlink>
      <a:folHlink>
        <a:srgbClr val="539FE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8D085A3-0D3E-43D5-A395-D4A9D668B4BA}">
  <we:reference id="f1abd87f-a3ba-42fb-91d5-100000000000" version="1.0.0.7" store="EXCatalog" storeType="EXCatalog"/>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11921</TotalTime>
  <Words>208</Words>
  <Application>Microsoft Macintosh PowerPoint</Application>
  <PresentationFormat>Widescreen</PresentationFormat>
  <Paragraphs>54</Paragraphs>
  <Slides>7</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vt:i4>
      </vt:variant>
    </vt:vector>
  </HeadingPairs>
  <TitlesOfParts>
    <vt:vector size="12" baseType="lpstr">
      <vt:lpstr>Arial</vt:lpstr>
      <vt:lpstr>Calibri</vt:lpstr>
      <vt:lpstr>Söhne</vt:lpstr>
      <vt:lpstr>Light-Background-Master</vt:lpstr>
      <vt:lpstr>Dark-Background-Master</vt:lpstr>
      <vt:lpstr>ACB – Ansible Automation Platform SETUP</vt:lpstr>
      <vt:lpstr>Introduction</vt:lpstr>
      <vt:lpstr>Architecture</vt:lpstr>
      <vt:lpstr>Automation Controller</vt:lpstr>
      <vt:lpstr>Outstanding</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Ashu Rana</cp:lastModifiedBy>
  <cp:revision>7</cp:revision>
  <cp:lastPrinted>2023-06-22T13:27:58Z</cp:lastPrinted>
  <dcterms:created xsi:type="dcterms:W3CDTF">2020-03-23T21:46:17Z</dcterms:created>
  <dcterms:modified xsi:type="dcterms:W3CDTF">2023-09-25T08:30:11Z</dcterms:modified>
</cp:coreProperties>
</file>